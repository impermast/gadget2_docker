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png" ContentType="image/png"/>
  <Default Extension="jpeg" ContentType="image/jpeg"/>
  <Override PartName="/_rels/.rels" ContentType="application/vnd.openxmlformats-package.relationships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  <Override PartName="/ppt/presentation.xml" ContentType="application/vnd.openxmlformats-officedocument.presentationml.presentation.main+xml"/>
  <Override PartName="/ppt/slideMasters/_rels/slideMaster11.xml.rels" ContentType="application/vnd.openxmlformats-package.relationships+xml"/>
  <Override PartName="/ppt/slideMasters/_rels/slideMaster5.xml.rels" ContentType="application/vnd.openxmlformats-package.relationships+xml"/>
  <Override PartName="/ppt/slideMasters/_rels/slideMaster10.xml.rels" ContentType="application/vnd.openxmlformats-package.relationships+xml"/>
  <Override PartName="/ppt/slideMasters/_rels/slideMaster4.xml.rels" ContentType="application/vnd.openxmlformats-package.relationships+xml"/>
  <Override PartName="/ppt/slideMasters/_rels/slideMaster9.xml.rels" ContentType="application/vnd.openxmlformats-package.relationships+xml"/>
  <Override PartName="/ppt/slideMasters/_rels/slideMaster8.xml.rels" ContentType="application/vnd.openxmlformats-package.relationships+xml"/>
  <Override PartName="/ppt/slideMasters/_rels/slideMaster7.xml.rels" ContentType="application/vnd.openxmlformats-package.relationships+xml"/>
  <Override PartName="/ppt/slideMasters/_rels/slideMaster6.xml.rels" ContentType="application/vnd.openxmlformats-package.relationships+xml"/>
  <Override PartName="/ppt/slideMasters/_rels/slideMaster3.xml.rels" ContentType="application/vnd.openxmlformats-package.relationships+xml"/>
  <Override PartName="/ppt/slideMasters/_rels/slideMaster2.xml.rels" ContentType="application/vnd.openxmlformats-package.relationships+xml"/>
  <Override PartName="/ppt/slideMasters/_rels/slideMaster1.xml.rels" ContentType="application/vnd.openxmlformats-package.relationships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Masters/slideMaster3.xml" ContentType="application/vnd.openxmlformats-officedocument.presentationml.slideMaster+xml"/>
  <Override PartName="/ppt/slideMasters/slideMaster4.xml" ContentType="application/vnd.openxmlformats-officedocument.presentationml.slideMaster+xml"/>
  <Override PartName="/ppt/slideMasters/slideMaster5.xml" ContentType="application/vnd.openxmlformats-officedocument.presentationml.slideMaster+xml"/>
  <Override PartName="/ppt/slideMasters/slideMaster6.xml" ContentType="application/vnd.openxmlformats-officedocument.presentationml.slideMaster+xml"/>
  <Override PartName="/ppt/slideMasters/slideMaster7.xml" ContentType="application/vnd.openxmlformats-officedocument.presentationml.slideMaster+xml"/>
  <Override PartName="/ppt/slideMasters/slideMaster8.xml" ContentType="application/vnd.openxmlformats-officedocument.presentationml.slideMaster+xml"/>
  <Override PartName="/ppt/slideMasters/slideMaster9.xml" ContentType="application/vnd.openxmlformats-officedocument.presentationml.slideMaster+xml"/>
  <Override PartName="/ppt/slideMasters/slideMaster10.xml" ContentType="application/vnd.openxmlformats-officedocument.presentationml.slideMaster+xml"/>
  <Override PartName="/ppt/slideMasters/slideMaster11.xml" ContentType="application/vnd.openxmlformats-officedocument.presentationml.slideMaster+xml"/>
  <Override PartName="/ppt/presProps.xml" ContentType="application/vnd.openxmlformats-officedocument.presentationml.presProps+xml"/>
  <Override PartName="/ppt/theme/theme1.xml" ContentType="application/vnd.openxmlformats-officedocument.theme+xml"/>
  <Override PartName="/ppt/theme/theme11.xml" ContentType="application/vnd.openxmlformats-officedocument.theme+xml"/>
  <Override PartName="/ppt/theme/theme2.xml" ContentType="application/vnd.openxmlformats-officedocument.theme+xml"/>
  <Override PartName="/ppt/theme/theme12.xml" ContentType="application/vnd.openxmlformats-officedocument.theme+xml"/>
  <Override PartName="/ppt/theme/theme3.xml" ContentType="application/vnd.openxmlformats-officedocument.theme+xml"/>
  <Override PartName="/ppt/theme/theme4.xml" ContentType="application/vnd.openxmlformats-officedocument.theme+xml"/>
  <Override PartName="/ppt/theme/theme5.xml" ContentType="application/vnd.openxmlformats-officedocument.theme+xml"/>
  <Override PartName="/ppt/theme/theme6.xml" ContentType="application/vnd.openxmlformats-officedocument.theme+xml"/>
  <Override PartName="/ppt/theme/theme7.xml" ContentType="application/vnd.openxmlformats-officedocument.theme+xml"/>
  <Override PartName="/ppt/theme/theme8.xml" ContentType="application/vnd.openxmlformats-officedocument.theme+xml"/>
  <Override PartName="/ppt/theme/theme9.xml" ContentType="application/vnd.openxmlformats-officedocument.theme+xml"/>
  <Override PartName="/ppt/theme/theme10.xml" ContentType="application/vnd.openxmlformats-officedocument.theme+xml"/>
  <Override PartName="/ppt/slideLayouts/_rels/slideLayout9.xml.rels" ContentType="application/vnd.openxmlformats-package.relationships+xml"/>
  <Override PartName="/ppt/slideLayouts/_rels/slideLayout8.xml.rels" ContentType="application/vnd.openxmlformats-package.relationships+xml"/>
  <Override PartName="/ppt/slideLayouts/_rels/slideLayout7.xml.rels" ContentType="application/vnd.openxmlformats-package.relationships+xml"/>
  <Override PartName="/ppt/slideLayouts/_rels/slideLayout11.xml.rels" ContentType="application/vnd.openxmlformats-package.relationships+xml"/>
  <Override PartName="/ppt/slideLayouts/_rels/slideLayout3.xml.rels" ContentType="application/vnd.openxmlformats-package.relationships+xml"/>
  <Override PartName="/ppt/slideLayouts/_rels/slideLayout6.xml.rels" ContentType="application/vnd.openxmlformats-package.relationships+xml"/>
  <Override PartName="/ppt/slideLayouts/_rels/slideLayout10.xml.rels" ContentType="application/vnd.openxmlformats-package.relationships+xml"/>
  <Override PartName="/ppt/slideLayouts/_rels/slideLayout2.xml.rels" ContentType="application/vnd.openxmlformats-package.relationships+xml"/>
  <Override PartName="/ppt/slideLayouts/_rels/slideLayout5.xml.rels" ContentType="application/vnd.openxmlformats-package.relationships+xml"/>
  <Override PartName="/ppt/slideLayouts/_rels/slideLayout4.xml.rels" ContentType="application/vnd.openxmlformats-package.relationships+xml"/>
  <Override PartName="/ppt/slideLayouts/_rels/slideLayout1.xml.rels" ContentType="application/vnd.openxmlformats-package.relationship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_rels/presentation.xml.rels" ContentType="application/vnd.openxmlformats-package.relationships+xml"/>
  <Override PartName="/ppt/notesMasters/_rels/notesMaster1.xml.rels" ContentType="application/vnd.openxmlformats-package.relationships+xml"/>
  <Override PartName="/ppt/notesMasters/notesMaster1.xml" ContentType="application/vnd.openxmlformats-officedocument.presentationml.notesMaster+xml"/>
  <Override PartName="/ppt/media/image1.png" ContentType="image/png"/>
  <Override PartName="/ppt/media/image2.png" ContentType="image/png"/>
  <Override PartName="/ppt/media/image3.png" ContentType="image/png"/>
  <Override PartName="/ppt/media/image4.png" ContentType="image/png"/>
  <Override PartName="/ppt/media/image5.png" ContentType="image/png"/>
  <Override PartName="/ppt/media/image6.png" ContentType="image/png"/>
  <Override PartName="/ppt/media/image7.png" ContentType="image/png"/>
  <Override PartName="/ppt/media/image8.png" ContentType="image/png"/>
  <Override PartName="/ppt/slides/slide1.xml" ContentType="application/vnd.openxmlformats-officedocument.presentationml.slide+xml"/>
  <Override PartName="/ppt/slides/_rels/slide12.xml.rels" ContentType="application/vnd.openxmlformats-package.relationships+xml"/>
  <Override PartName="/ppt/slides/_rels/slide9.xml.rels" ContentType="application/vnd.openxmlformats-package.relationships+xml"/>
  <Override PartName="/ppt/slides/_rels/slide11.xml.rels" ContentType="application/vnd.openxmlformats-package.relationships+xml"/>
  <Override PartName="/ppt/slides/_rels/slide8.xml.rels" ContentType="application/vnd.openxmlformats-package.relationships+xml"/>
  <Override PartName="/ppt/slides/_rels/slide10.xml.rels" ContentType="application/vnd.openxmlformats-package.relationships+xml"/>
  <Override PartName="/ppt/slides/_rels/slide7.xml.rels" ContentType="application/vnd.openxmlformats-package.relationships+xml"/>
  <Override PartName="/ppt/slides/_rels/slide6.xml.rels" ContentType="application/vnd.openxmlformats-package.relationships+xml"/>
  <Override PartName="/ppt/slides/_rels/slide5.xml.rels" ContentType="application/vnd.openxmlformats-package.relationships+xml"/>
  <Override PartName="/ppt/slides/_rels/slide4.xml.rels" ContentType="application/vnd.openxmlformats-package.relationships+xml"/>
  <Override PartName="/ppt/slides/_rels/slide3.xml.rels" ContentType="application/vnd.openxmlformats-package.relationships+xml"/>
  <Override PartName="/ppt/slides/_rels/slide2.xml.rels" ContentType="application/vnd.openxmlformats-package.relationships+xml"/>
  <Override PartName="/ppt/slides/_rels/slide1.xml.rels" ContentType="application/vnd.openxmlformats-package.relationships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10.xml" ContentType="application/vnd.openxmlformats-officedocument.presentationml.slide+xml"/>
  <Override PartName="/ppt/slides/slide8.xml" ContentType="application/vnd.openxmlformats-officedocument.presentationml.slide+xml"/>
  <Override PartName="/ppt/slides/slide11.xml" ContentType="application/vnd.openxmlformats-officedocument.presentationml.slide+xml"/>
  <Override PartName="/ppt/slides/slide9.xml" ContentType="application/vnd.openxmlformats-officedocument.presentationml.slide+xml"/>
  <Override PartName="/ppt/slides/slide12.xml" ContentType="application/vnd.openxmlformats-officedocument.presentationml.slid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_rels/notesSlide12.xml.rels" ContentType="application/vnd.openxmlformats-package.relationships+xml"/>
  <Override PartName="/ppt/notesSlides/_rels/notesSlide5.xml.rels" ContentType="application/vnd.openxmlformats-package.relationships+xml"/>
  <Override PartName="/ppt/notesSlides/_rels/notesSlide11.xml.rels" ContentType="application/vnd.openxmlformats-package.relationships+xml"/>
  <Override PartName="/ppt/notesSlides/_rels/notesSlide4.xml.rels" ContentType="application/vnd.openxmlformats-package.relationships+xml"/>
  <Override PartName="/ppt/notesSlides/_rels/notesSlide9.xml.rels" ContentType="application/vnd.openxmlformats-package.relationships+xml"/>
  <Override PartName="/ppt/notesSlides/_rels/notesSlide10.xml.rels" ContentType="application/vnd.openxmlformats-package.relationships+xml"/>
  <Override PartName="/ppt/notesSlides/_rels/notesSlide3.xml.rels" ContentType="application/vnd.openxmlformats-package.relationships+xml"/>
  <Override PartName="/ppt/notesSlides/_rels/notesSlide8.xml.rels" ContentType="application/vnd.openxmlformats-package.relationships+xml"/>
  <Override PartName="/ppt/notesSlides/_rels/notesSlide7.xml.rels" ContentType="application/vnd.openxmlformats-package.relationships+xml"/>
  <Override PartName="/ppt/notesSlides/_rels/notesSlide6.xml.rels" ContentType="application/vnd.openxmlformats-package.relationships+xml"/>
  <Override PartName="/ppt/notesSlides/_rels/notesSlide2.xml.rels" ContentType="application/vnd.openxmlformats-package.relationships+xml"/>
  <Override PartName="/ppt/notesSlides/_rels/notesSlide1.xml.rels" ContentType="application/vnd.openxmlformats-package.relationships+xml"/>
  <Override PartName="/ppt/notesSlides/notesSlide9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</Types>
</file>

<file path=_rels/.rels><?xml version="1.0" encoding="UTF-8"?>
<Relationships xmlns="http://schemas.openxmlformats.org/package/2006/relationships"><Relationship Id="rId1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3" Type="http://schemas.openxmlformats.org/officeDocument/2006/relationships/custom-properties" Target="docProps/custom.xml"/><Relationship Id="rId4" Type="http://schemas.openxmlformats.org/officeDocument/2006/relationships/officeDocument" Target="ppt/presentation.xml"/>
</Relationships>
</file>

<file path=ppt/presentation.xml><?xml version="1.0" encoding="utf-8"?>
<p:presentation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sldMasterIdLst>
    <p:sldMasterId id="2147483648" r:id="rId2"/>
    <p:sldMasterId id="2147483650" r:id="rId3"/>
    <p:sldMasterId id="2147483652" r:id="rId4"/>
    <p:sldMasterId id="2147483654" r:id="rId5"/>
    <p:sldMasterId id="2147483656" r:id="rId6"/>
    <p:sldMasterId id="2147483658" r:id="rId7"/>
    <p:sldMasterId id="2147483660" r:id="rId8"/>
    <p:sldMasterId id="2147483662" r:id="rId9"/>
    <p:sldMasterId id="2147483664" r:id="rId10"/>
    <p:sldMasterId id="2147483666" r:id="rId11"/>
    <p:sldMasterId id="2147483668" r:id="rId12"/>
  </p:sldMasterIdLst>
  <p:notesMasterIdLst>
    <p:notesMasterId r:id="rId13"/>
  </p:notesMasterIdLst>
  <p:sldIdLst>
    <p:sldId id="256" r:id="rId14"/>
    <p:sldId id="257" r:id="rId15"/>
    <p:sldId id="258" r:id="rId16"/>
    <p:sldId id="259" r:id="rId17"/>
    <p:sldId id="260" r:id="rId18"/>
    <p:sldId id="261" r:id="rId19"/>
    <p:sldId id="262" r:id="rId20"/>
    <p:sldId id="263" r:id="rId21"/>
    <p:sldId id="264" r:id="rId22"/>
    <p:sldId id="265" r:id="rId23"/>
    <p:sldId id="266" r:id="rId24"/>
    <p:sldId id="267" r:id="rId25"/>
  </p:sldIdLst>
  <p:sldSz cx="12192000" cy="6858000"/>
  <p:notesSz cx="6858000" cy="9144000"/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/>
</p:presentationPr>
</file>

<file path=ppt/_rels/presentation.xml.rels><?xml version="1.0" encoding="UTF-8"?>
<Relationships xmlns="http://schemas.openxmlformats.org/package/2006/relationships"><Relationship Id="rId1" Type="http://schemas.openxmlformats.org/officeDocument/2006/relationships/theme" Target="theme/theme1.xml"/><Relationship Id="rId2" Type="http://schemas.openxmlformats.org/officeDocument/2006/relationships/slideMaster" Target="slideMasters/slideMaster1.xml"/><Relationship Id="rId3" Type="http://schemas.openxmlformats.org/officeDocument/2006/relationships/slideMaster" Target="slideMasters/slideMaster2.xml"/><Relationship Id="rId4" Type="http://schemas.openxmlformats.org/officeDocument/2006/relationships/slideMaster" Target="slideMasters/slideMaster3.xml"/><Relationship Id="rId5" Type="http://schemas.openxmlformats.org/officeDocument/2006/relationships/slideMaster" Target="slideMasters/slideMaster4.xml"/><Relationship Id="rId6" Type="http://schemas.openxmlformats.org/officeDocument/2006/relationships/slideMaster" Target="slideMasters/slideMaster5.xml"/><Relationship Id="rId7" Type="http://schemas.openxmlformats.org/officeDocument/2006/relationships/slideMaster" Target="slideMasters/slideMaster6.xml"/><Relationship Id="rId8" Type="http://schemas.openxmlformats.org/officeDocument/2006/relationships/slideMaster" Target="slideMasters/slideMaster7.xml"/><Relationship Id="rId9" Type="http://schemas.openxmlformats.org/officeDocument/2006/relationships/slideMaster" Target="slideMasters/slideMaster8.xml"/><Relationship Id="rId10" Type="http://schemas.openxmlformats.org/officeDocument/2006/relationships/slideMaster" Target="slideMasters/slideMaster9.xml"/><Relationship Id="rId11" Type="http://schemas.openxmlformats.org/officeDocument/2006/relationships/slideMaster" Target="slideMasters/slideMaster10.xml"/><Relationship Id="rId12" Type="http://schemas.openxmlformats.org/officeDocument/2006/relationships/slideMaster" Target="slideMasters/slideMaster11.xml"/><Relationship Id="rId13" Type="http://schemas.openxmlformats.org/officeDocument/2006/relationships/notesMaster" Target="notesMasters/notesMaster1.xml"/><Relationship Id="rId14" Type="http://schemas.openxmlformats.org/officeDocument/2006/relationships/slide" Target="slides/slide1.xml"/><Relationship Id="rId15" Type="http://schemas.openxmlformats.org/officeDocument/2006/relationships/slide" Target="slides/slide2.xml"/><Relationship Id="rId16" Type="http://schemas.openxmlformats.org/officeDocument/2006/relationships/slide" Target="slides/slide3.xml"/><Relationship Id="rId17" Type="http://schemas.openxmlformats.org/officeDocument/2006/relationships/slide" Target="slides/slide4.xml"/><Relationship Id="rId18" Type="http://schemas.openxmlformats.org/officeDocument/2006/relationships/slide" Target="slides/slide5.xml"/><Relationship Id="rId19" Type="http://schemas.openxmlformats.org/officeDocument/2006/relationships/slide" Target="slides/slide6.xml"/><Relationship Id="rId20" Type="http://schemas.openxmlformats.org/officeDocument/2006/relationships/slide" Target="slides/slide7.xml"/><Relationship Id="rId21" Type="http://schemas.openxmlformats.org/officeDocument/2006/relationships/slide" Target="slides/slide8.xml"/><Relationship Id="rId22" Type="http://schemas.openxmlformats.org/officeDocument/2006/relationships/slide" Target="slides/slide9.xml"/><Relationship Id="rId23" Type="http://schemas.openxmlformats.org/officeDocument/2006/relationships/slide" Target="slides/slide10.xml"/><Relationship Id="rId24" Type="http://schemas.openxmlformats.org/officeDocument/2006/relationships/slide" Target="slides/slide11.xml"/><Relationship Id="rId25" Type="http://schemas.openxmlformats.org/officeDocument/2006/relationships/slide" Target="slides/slide12.xml"/><Relationship Id="rId26" Type="http://schemas.openxmlformats.org/officeDocument/2006/relationships/presProps" Target="presProps.xml"/>
</Relationships>
</file>

<file path=ppt/notesMasters/_rels/notesMaster1.xml.rels><?xml version="1.0" encoding="UTF-8"?>
<Relationships xmlns="http://schemas.openxmlformats.org/package/2006/relationships"><Relationship Id="rId1" Type="http://schemas.openxmlformats.org/officeDocument/2006/relationships/theme" Target="../theme/theme12.xml"/>
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7" name="PlaceHolder 1"/>
          <p:cNvSpPr>
            <a:spLocks noGrp="1"/>
          </p:cNvSpPr>
          <p:nvPr>
            <p:ph type="sldImg"/>
          </p:nvPr>
        </p:nvSpPr>
        <p:spPr>
          <a:xfrm>
            <a:off x="0" y="812520"/>
            <a:ext cx="0" cy="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r>
              <a:rPr b="0" lang="en-US" sz="1800" spc="-1" strike="noStrike">
                <a:solidFill>
                  <a:schemeClr val="dk1"/>
                </a:solidFill>
                <a:latin typeface="Calibri"/>
              </a:rPr>
              <a:t>Для перемещения страницы щёлкните мышью</a:t>
            </a:r>
            <a:endParaRPr b="0" lang="en-US" sz="1800" spc="-1" strike="noStrike">
              <a:solidFill>
                <a:schemeClr val="dk1"/>
              </a:solidFill>
              <a:latin typeface="Calibri"/>
            </a:endParaRPr>
          </a:p>
        </p:txBody>
      </p:sp>
      <p:sp>
        <p:nvSpPr>
          <p:cNvPr id="68" name="PlaceHolder 2"/>
          <p:cNvSpPr>
            <a:spLocks noGrp="1"/>
          </p:cNvSpPr>
          <p:nvPr>
            <p:ph type="body"/>
          </p:nvPr>
        </p:nvSpPr>
        <p:spPr>
          <a:xfrm>
            <a:off x="756000" y="5078520"/>
            <a:ext cx="6047640" cy="48110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p>
            <a:pPr marL="216000" indent="-216000">
              <a:buNone/>
            </a:pPr>
            <a:r>
              <a:rPr b="0" lang="ru-RU" sz="2000" spc="-1" strike="noStrike">
                <a:solidFill>
                  <a:srgbClr val="000000"/>
                </a:solidFill>
                <a:latin typeface="Arial"/>
              </a:rPr>
              <a:t>Для правки формата примечаний щёлкните мышью</a:t>
            </a:r>
            <a:endParaRPr b="0" lang="ru-RU" sz="20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69" name="PlaceHolder 3"/>
          <p:cNvSpPr>
            <a:spLocks noGrp="1"/>
          </p:cNvSpPr>
          <p:nvPr>
            <p:ph type="hdr"/>
          </p:nvPr>
        </p:nvSpPr>
        <p:spPr>
          <a:xfrm>
            <a:off x="0" y="0"/>
            <a:ext cx="3280680" cy="5342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p>
            <a:pPr indent="0">
              <a:buNone/>
            </a:pPr>
            <a:r>
              <a:rPr b="0" lang="ru-RU" sz="1400" spc="-1" strike="noStrike">
                <a:solidFill>
                  <a:srgbClr val="000000"/>
                </a:solidFill>
                <a:latin typeface="Times New Roman"/>
              </a:rPr>
              <a:t>&lt;верхний колонтитул&gt;</a:t>
            </a:r>
            <a:endParaRPr b="0" lang="ru-RU" sz="1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70" name="PlaceHolder 4"/>
          <p:cNvSpPr>
            <a:spLocks noGrp="1"/>
          </p:cNvSpPr>
          <p:nvPr>
            <p:ph type="dt" idx="34"/>
          </p:nvPr>
        </p:nvSpPr>
        <p:spPr>
          <a:xfrm>
            <a:off x="4278960" y="0"/>
            <a:ext cx="3280680" cy="5342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lstStyle>
            <a:lvl1pPr indent="0" algn="r">
              <a:buNone/>
              <a:defRPr b="0" lang="ru-RU" sz="1400" spc="-1" strike="noStrike">
                <a:solidFill>
                  <a:srgbClr val="000000"/>
                </a:solidFill>
                <a:latin typeface="Times New Roman"/>
              </a:defRPr>
            </a:lvl1pPr>
          </a:lstStyle>
          <a:p>
            <a:pPr indent="0" algn="r">
              <a:buNone/>
            </a:pPr>
            <a:r>
              <a:rPr b="0" lang="ru-RU" sz="1400" spc="-1" strike="noStrike">
                <a:solidFill>
                  <a:srgbClr val="000000"/>
                </a:solidFill>
                <a:latin typeface="Times New Roman"/>
              </a:rPr>
              <a:t>&lt;дата/время&gt;</a:t>
            </a:r>
            <a:endParaRPr b="0" lang="ru-RU" sz="1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71" name="PlaceHolder 5"/>
          <p:cNvSpPr>
            <a:spLocks noGrp="1"/>
          </p:cNvSpPr>
          <p:nvPr>
            <p:ph type="ftr" idx="35"/>
          </p:nvPr>
        </p:nvSpPr>
        <p:spPr>
          <a:xfrm>
            <a:off x="0" y="10157400"/>
            <a:ext cx="3280680" cy="5342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b">
            <a:noAutofit/>
          </a:bodyPr>
          <a:lstStyle>
            <a:lvl1pPr indent="0">
              <a:buNone/>
              <a:defRPr b="0" lang="ru-RU" sz="1400" spc="-1" strike="noStrike">
                <a:solidFill>
                  <a:srgbClr val="000000"/>
                </a:solidFill>
                <a:latin typeface="Times New Roman"/>
              </a:defRPr>
            </a:lvl1pPr>
          </a:lstStyle>
          <a:p>
            <a:pPr indent="0">
              <a:buNone/>
            </a:pPr>
            <a:r>
              <a:rPr b="0" lang="ru-RU" sz="1400" spc="-1" strike="noStrike">
                <a:solidFill>
                  <a:srgbClr val="000000"/>
                </a:solidFill>
                <a:latin typeface="Times New Roman"/>
              </a:rPr>
              <a:t>&lt;нижний колонтитул&gt;</a:t>
            </a:r>
            <a:endParaRPr b="0" lang="ru-RU" sz="1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72" name="PlaceHolder 6"/>
          <p:cNvSpPr>
            <a:spLocks noGrp="1"/>
          </p:cNvSpPr>
          <p:nvPr>
            <p:ph type="sldNum" idx="36"/>
          </p:nvPr>
        </p:nvSpPr>
        <p:spPr>
          <a:xfrm>
            <a:off x="4278960" y="10157400"/>
            <a:ext cx="3280680" cy="5342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b">
            <a:noAutofit/>
          </a:bodyPr>
          <a:lstStyle>
            <a:lvl1pPr indent="0" algn="r">
              <a:buNone/>
              <a:defRPr b="0" lang="ru-RU" sz="1400" spc="-1" strike="noStrike">
                <a:solidFill>
                  <a:srgbClr val="000000"/>
                </a:solidFill>
                <a:latin typeface="Times New Roman"/>
              </a:defRPr>
            </a:lvl1pPr>
          </a:lstStyle>
          <a:p>
            <a:pPr indent="0" algn="r">
              <a:buNone/>
            </a:pPr>
            <a:fld id="{4774490E-FA63-4491-8917-599EAB57BB1C}" type="slidenum">
              <a:rPr b="0" lang="ru-RU" sz="1400" spc="-1" strike="noStrike">
                <a:solidFill>
                  <a:srgbClr val="000000"/>
                </a:solidFill>
                <a:latin typeface="Times New Roman"/>
              </a:rPr>
              <a:t>&lt;номер&gt;</a:t>
            </a:fld>
            <a:endParaRPr b="0" lang="ru-RU" sz="1400" spc="-1" strike="noStrike">
              <a:solidFill>
                <a:srgbClr val="000000"/>
              </a:solidFill>
              <a:latin typeface="Times New Roman"/>
            </a:endParaRPr>
          </a:p>
        </p:txBody>
      </p:sp>
    </p:spTree>
  </p:cSld>
  <p:clrMap bg1="lt1" bg2="lt2" tx1="dk1" tx2="dk2" accent1="accent1" accent2="accent2" accent3="accent3" accent4="accent4" accent5="accent5" accent6="accent6" hlink="hlink" folHlink="folHlink"/>
</p:notesMaster>
</file>

<file path=ppt/notesSlides/_rels/notesSlide1.xml.rels><?xml version="1.0" encoding="UTF-8"?>
<Relationships xmlns="http://schemas.openxmlformats.org/package/2006/relationships"><Relationship Id="rId1" Type="http://schemas.openxmlformats.org/officeDocument/2006/relationships/slide" Target="../slides/slide1.xml"/><Relationship Id="rId2" Type="http://schemas.openxmlformats.org/officeDocument/2006/relationships/notesMaster" Target="../notesMasters/notesMaster1.xml"/>
</Relationships>
</file>

<file path=ppt/notesSlides/_rels/notesSlide2.xml.rels><?xml version="1.0" encoding="UTF-8"?>
<Relationships xmlns="http://schemas.openxmlformats.org/package/2006/relationships"><Relationship Id="rId1" Type="http://schemas.openxmlformats.org/officeDocument/2006/relationships/slide" Target="../slides/slide2.xml"/><Relationship Id="rId2" Type="http://schemas.openxmlformats.org/officeDocument/2006/relationships/notesMaster" Target="../notesMasters/notesMaster1.xml"/>
</Relationships>
</file>

<file path=ppt/notesSlides/_rels/notesSlide3.xml.rels><?xml version="1.0" encoding="UTF-8"?>
<Relationships xmlns="http://schemas.openxmlformats.org/package/2006/relationships"><Relationship Id="rId1" Type="http://schemas.openxmlformats.org/officeDocument/2006/relationships/slide" Target="../slides/slide3.xml"/><Relationship Id="rId2" Type="http://schemas.openxmlformats.org/officeDocument/2006/relationships/notesMaster" Target="../notesMasters/notesMaster1.xml"/>
</Relationships>
</file>

<file path=ppt/notesSlides/_rels/notesSlide4.xml.rels><?xml version="1.0" encoding="UTF-8"?>
<Relationships xmlns="http://schemas.openxmlformats.org/package/2006/relationships"><Relationship Id="rId1" Type="http://schemas.openxmlformats.org/officeDocument/2006/relationships/slide" Target="../slides/slide4.xml"/><Relationship Id="rId2" Type="http://schemas.openxmlformats.org/officeDocument/2006/relationships/notesMaster" Target="../notesMasters/notesMaster1.xml"/>
</Relationships>
</file>

<file path=ppt/notesSlides/_rels/notesSlide5.xml.rels><?xml version="1.0" encoding="UTF-8"?>
<Relationships xmlns="http://schemas.openxmlformats.org/package/2006/relationships"><Relationship Id="rId1" Type="http://schemas.openxmlformats.org/officeDocument/2006/relationships/slide" Target="../slides/slide5.xml"/><Relationship Id="rId2" Type="http://schemas.openxmlformats.org/officeDocument/2006/relationships/notesMaster" Target="../notesMasters/notesMaster1.xml"/>
</Relationships>
</file>

<file path=ppt/notesSlides/_rels/notesSlide6.xml.rels><?xml version="1.0" encoding="UTF-8"?>
<Relationships xmlns="http://schemas.openxmlformats.org/package/2006/relationships"><Relationship Id="rId1" Type="http://schemas.openxmlformats.org/officeDocument/2006/relationships/slide" Target="../slides/slide6.xml"/><Relationship Id="rId2" Type="http://schemas.openxmlformats.org/officeDocument/2006/relationships/notesMaster" Target="../notesMasters/notesMaster1.xml"/>
</Relationships>
</file>

<file path=ppt/notesSlides/_rels/notesSlide7.xml.rels><?xml version="1.0" encoding="UTF-8"?>
<Relationships xmlns="http://schemas.openxmlformats.org/package/2006/relationships"><Relationship Id="rId1" Type="http://schemas.openxmlformats.org/officeDocument/2006/relationships/slide" Target="../slides/slide7.xml"/><Relationship Id="rId2" Type="http://schemas.openxmlformats.org/officeDocument/2006/relationships/notesMaster" Target="../notesMasters/notesMaster1.xml"/>
</Relationships>
</file>

<file path=ppt/notesSlides/_rels/notesSlide8.xml.rels><?xml version="1.0" encoding="UTF-8"?>
<Relationships xmlns="http://schemas.openxmlformats.org/package/2006/relationships"><Relationship Id="rId1" Type="http://schemas.openxmlformats.org/officeDocument/2006/relationships/slide" Target="../slides/slide8.xml"/><Relationship Id="rId2" Type="http://schemas.openxmlformats.org/officeDocument/2006/relationships/notesMaster" Target="../notesMasters/notesMaster1.xml"/>
</Relationships>
</file>

<file path=ppt/notesSlides/_rels/notesSlide9.xml.rels><?xml version="1.0" encoding="UTF-8"?>
<Relationships xmlns="http://schemas.openxmlformats.org/package/2006/relationships"><Relationship Id="rId1" Type="http://schemas.openxmlformats.org/officeDocument/2006/relationships/slide" Target="../slides/slide9.xml"/><Relationship Id="rId2" Type="http://schemas.openxmlformats.org/officeDocument/2006/relationships/notesMaster" Target="../notesMasters/notesMaster1.xml"/>
</Relationships>
</file>

<file path=ppt/notesSlides/_rels/notesSlide10.xml.rels><?xml version="1.0" encoding="UTF-8"?>
<Relationships xmlns="http://schemas.openxmlformats.org/package/2006/relationships"><Relationship Id="rId1" Type="http://schemas.openxmlformats.org/officeDocument/2006/relationships/slide" Target="../slides/slide10.xml"/><Relationship Id="rId2" Type="http://schemas.openxmlformats.org/officeDocument/2006/relationships/notesMaster" Target="../notesMasters/notesMaster1.xml"/>
</Relationships>
</file>

<file path=ppt/notesSlides/_rels/notesSlide11.xml.rels><?xml version="1.0" encoding="UTF-8"?>
<Relationships xmlns="http://schemas.openxmlformats.org/package/2006/relationships"><Relationship Id="rId1" Type="http://schemas.openxmlformats.org/officeDocument/2006/relationships/slide" Target="../slides/slide11.xml"/><Relationship Id="rId2" Type="http://schemas.openxmlformats.org/officeDocument/2006/relationships/notesMaster" Target="../notesMasters/notesMaster1.xml"/>
</Relationships>
</file>

<file path=ppt/notesSlides/_rels/notesSlide12.xml.rels><?xml version="1.0" encoding="UTF-8"?>
<Relationships xmlns="http://schemas.openxmlformats.org/package/2006/relationships"><Relationship Id="rId1" Type="http://schemas.openxmlformats.org/officeDocument/2006/relationships/slide" Target="../slides/slide12.xml"/><Relationship Id="rId2" Type="http://schemas.openxmlformats.org/officeDocument/2006/relationships/notesMaster" Target="../notesMasters/notesMaster1.xml"/>
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4" name="PlaceHolder 1"/>
          <p:cNvSpPr>
            <a:spLocks noGrp="1"/>
          </p:cNvSpPr>
          <p:nvPr>
            <p:ph type="sldImg"/>
          </p:nvPr>
        </p:nvSpPr>
        <p:spPr>
          <a:xfrm>
            <a:off x="1143000" y="685800"/>
            <a:ext cx="4571640" cy="3428640"/>
          </a:xfrm>
          <a:prstGeom prst="rect">
            <a:avLst/>
          </a:prstGeom>
          <a:ln w="0">
            <a:noFill/>
          </a:ln>
        </p:spPr>
      </p:sp>
      <p:sp>
        <p:nvSpPr>
          <p:cNvPr id="125" name="PlaceHolder 2"/>
          <p:cNvSpPr>
            <a:spLocks noGrp="1"/>
          </p:cNvSpPr>
          <p:nvPr>
            <p:ph type="body"/>
          </p:nvPr>
        </p:nvSpPr>
        <p:spPr>
          <a:xfrm>
            <a:off x="685800" y="4343400"/>
            <a:ext cx="5486040" cy="411444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marL="216000" indent="0">
              <a:lnSpc>
                <a:spcPct val="100000"/>
              </a:lnSpc>
              <a:buNone/>
            </a:pPr>
            <a:r>
              <a:rPr b="0" lang="ru-RU" sz="2000" spc="-1" strike="noStrike">
                <a:solidFill>
                  <a:srgbClr val="000000"/>
                </a:solidFill>
                <a:latin typeface="Arial"/>
              </a:rPr>
              <a:t>Доклад о том, может ли диссипативная тёмная материя сформировать тёмный диск в карликовых галактиках. Логика: CDM-контроль → упругий SIDM → диссипативный dSIDM → тест с высоким спином.</a:t>
            </a:r>
            <a:endParaRPr b="0" lang="ru-RU" sz="20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26" name="PlaceHolder 3"/>
          <p:cNvSpPr>
            <a:spLocks noGrp="1"/>
          </p:cNvSpPr>
          <p:nvPr>
            <p:ph type="sldNum" idx="37"/>
          </p:nvPr>
        </p:nvSpPr>
        <p:spPr>
          <a:xfrm>
            <a:off x="3884760" y="8685360"/>
            <a:ext cx="2971440" cy="45684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b">
            <a:noAutofit/>
          </a:bodyPr>
          <a:lstStyle>
            <a:lvl1pPr indent="0" algn="r">
              <a:lnSpc>
                <a:spcPct val="100000"/>
              </a:lnSpc>
              <a:buNone/>
              <a:defRPr b="0" lang="ru-RU" sz="1200" spc="-1" strike="noStrike">
                <a:solidFill>
                  <a:srgbClr val="000000"/>
                </a:solidFill>
                <a:latin typeface="Times New Roman"/>
              </a:defRPr>
            </a:lvl1pPr>
          </a:lstStyle>
          <a:p>
            <a:pPr indent="0" algn="r">
              <a:lnSpc>
                <a:spcPct val="100000"/>
              </a:lnSpc>
              <a:buNone/>
            </a:pPr>
            <a:fld id="{B10CB4BF-7EC0-4163-8419-7911BA22FCA8}" type="slidenum">
              <a:rPr b="0" lang="ru-RU" sz="1200" spc="-1" strike="noStrike">
                <a:solidFill>
                  <a:srgbClr val="000000"/>
                </a:solidFill>
                <a:latin typeface="Times New Roman"/>
              </a:rPr>
              <a:t>&lt;номер&gt;</a:t>
            </a:fld>
            <a:endParaRPr b="0" lang="ru-RU" sz="1200" spc="-1" strike="noStrike">
              <a:solidFill>
                <a:srgbClr val="000000"/>
              </a:solidFill>
              <a:latin typeface="Times New Roman"/>
            </a:endParaRPr>
          </a:p>
        </p:txBody>
      </p:sp>
    </p:spTree>
  </p:cSld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7" name="PlaceHolder 1"/>
          <p:cNvSpPr>
            <a:spLocks noGrp="1"/>
          </p:cNvSpPr>
          <p:nvPr>
            <p:ph type="sldImg"/>
          </p:nvPr>
        </p:nvSpPr>
        <p:spPr>
          <a:xfrm>
            <a:off x="1143000" y="685800"/>
            <a:ext cx="4571640" cy="3428640"/>
          </a:xfrm>
          <a:prstGeom prst="rect">
            <a:avLst/>
          </a:prstGeom>
          <a:ln w="0">
            <a:noFill/>
          </a:ln>
        </p:spPr>
      </p:sp>
      <p:sp>
        <p:nvSpPr>
          <p:cNvPr id="128" name="PlaceHolder 2"/>
          <p:cNvSpPr>
            <a:spLocks noGrp="1"/>
          </p:cNvSpPr>
          <p:nvPr>
            <p:ph type="body"/>
          </p:nvPr>
        </p:nvSpPr>
        <p:spPr>
          <a:xfrm>
            <a:off x="685800" y="4343400"/>
            <a:ext cx="5486040" cy="411444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marL="216000" indent="0">
              <a:lnSpc>
                <a:spcPct val="100000"/>
              </a:lnSpc>
              <a:buNone/>
            </a:pPr>
            <a:r>
              <a:rPr b="0" lang="ru-RU" sz="2000" spc="-1" strike="noStrike">
                <a:solidFill>
                  <a:srgbClr val="000000"/>
                </a:solidFill>
                <a:latin typeface="Arial"/>
              </a:rPr>
              <a:t>Ключевая научная развилка: CDM предсказывает каспы, наблюдения показывают ядра. Задача — проверить, способна ли диссипация создать тёмный диск.</a:t>
            </a:r>
            <a:endParaRPr b="0" lang="ru-RU" sz="20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29" name="PlaceHolder 3"/>
          <p:cNvSpPr>
            <a:spLocks noGrp="1"/>
          </p:cNvSpPr>
          <p:nvPr>
            <p:ph type="sldNum" idx="38"/>
          </p:nvPr>
        </p:nvSpPr>
        <p:spPr>
          <a:xfrm>
            <a:off x="3884760" y="8685360"/>
            <a:ext cx="2971440" cy="45684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b">
            <a:noAutofit/>
          </a:bodyPr>
          <a:lstStyle>
            <a:lvl1pPr indent="0" algn="r">
              <a:lnSpc>
                <a:spcPct val="100000"/>
              </a:lnSpc>
              <a:buNone/>
              <a:defRPr b="0" lang="ru-RU" sz="1200" spc="-1" strike="noStrike">
                <a:solidFill>
                  <a:srgbClr val="000000"/>
                </a:solidFill>
                <a:latin typeface="Times New Roman"/>
              </a:defRPr>
            </a:lvl1pPr>
          </a:lstStyle>
          <a:p>
            <a:pPr indent="0" algn="r">
              <a:lnSpc>
                <a:spcPct val="100000"/>
              </a:lnSpc>
              <a:buNone/>
            </a:pPr>
            <a:fld id="{8063EEB6-BB5E-4F55-AB1D-4D17EFBE8AEB}" type="slidenum">
              <a:rPr b="0" lang="ru-RU" sz="1200" spc="-1" strike="noStrike">
                <a:solidFill>
                  <a:srgbClr val="000000"/>
                </a:solidFill>
                <a:latin typeface="Times New Roman"/>
              </a:rPr>
              <a:t>&lt;номер&gt;</a:t>
            </a:fld>
            <a:endParaRPr b="0" lang="ru-RU" sz="1200" spc="-1" strike="noStrike">
              <a:solidFill>
                <a:srgbClr val="000000"/>
              </a:solidFill>
              <a:latin typeface="Times New Roman"/>
            </a:endParaRPr>
          </a:p>
        </p:txBody>
      </p:sp>
    </p:spTree>
  </p:cSld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0" name="PlaceHolder 1"/>
          <p:cNvSpPr>
            <a:spLocks noGrp="1"/>
          </p:cNvSpPr>
          <p:nvPr>
            <p:ph type="sldImg"/>
          </p:nvPr>
        </p:nvSpPr>
        <p:spPr>
          <a:xfrm>
            <a:off x="1143000" y="685800"/>
            <a:ext cx="4571640" cy="3428640"/>
          </a:xfrm>
          <a:prstGeom prst="rect">
            <a:avLst/>
          </a:prstGeom>
          <a:ln w="0">
            <a:noFill/>
          </a:ln>
        </p:spPr>
      </p:sp>
      <p:sp>
        <p:nvSpPr>
          <p:cNvPr id="131" name="PlaceHolder 2"/>
          <p:cNvSpPr>
            <a:spLocks noGrp="1"/>
          </p:cNvSpPr>
          <p:nvPr>
            <p:ph type="body"/>
          </p:nvPr>
        </p:nvSpPr>
        <p:spPr>
          <a:xfrm>
            <a:off x="685800" y="4343400"/>
            <a:ext cx="5486040" cy="411444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marL="216000" indent="0">
              <a:lnSpc>
                <a:spcPct val="100000"/>
              </a:lnSpc>
              <a:buNone/>
            </a:pPr>
            <a:r>
              <a:rPr b="0" lang="ru-RU" sz="2000" spc="-1" strike="noStrike">
                <a:solidFill>
                  <a:srgbClr val="000000"/>
                </a:solidFill>
                <a:latin typeface="Arial"/>
              </a:rPr>
              <a:t>Численный контроль: CDM-профиль совпадает с NFW. Это базовая линия для всех дальнейших сравнений.</a:t>
            </a:r>
            <a:endParaRPr b="0" lang="ru-RU" sz="20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32" name="PlaceHolder 3"/>
          <p:cNvSpPr>
            <a:spLocks noGrp="1"/>
          </p:cNvSpPr>
          <p:nvPr>
            <p:ph type="sldNum" idx="39"/>
          </p:nvPr>
        </p:nvSpPr>
        <p:spPr>
          <a:xfrm>
            <a:off x="3884760" y="8685360"/>
            <a:ext cx="2971440" cy="45684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b">
            <a:noAutofit/>
          </a:bodyPr>
          <a:lstStyle>
            <a:lvl1pPr indent="0" algn="r">
              <a:lnSpc>
                <a:spcPct val="100000"/>
              </a:lnSpc>
              <a:buNone/>
              <a:defRPr b="0" lang="ru-RU" sz="1200" spc="-1" strike="noStrike">
                <a:solidFill>
                  <a:srgbClr val="000000"/>
                </a:solidFill>
                <a:latin typeface="Times New Roman"/>
              </a:defRPr>
            </a:lvl1pPr>
          </a:lstStyle>
          <a:p>
            <a:pPr indent="0" algn="r">
              <a:lnSpc>
                <a:spcPct val="100000"/>
              </a:lnSpc>
              <a:buNone/>
            </a:pPr>
            <a:fld id="{37AB506A-1E00-4BA3-814C-58458238AF94}" type="slidenum">
              <a:rPr b="0" lang="ru-RU" sz="1200" spc="-1" strike="noStrike">
                <a:solidFill>
                  <a:srgbClr val="000000"/>
                </a:solidFill>
                <a:latin typeface="Times New Roman"/>
              </a:rPr>
              <a:t>&lt;номер&gt;</a:t>
            </a:fld>
            <a:endParaRPr b="0" lang="ru-RU" sz="1200" spc="-1" strike="noStrike">
              <a:solidFill>
                <a:srgbClr val="000000"/>
              </a:solidFill>
              <a:latin typeface="Times New Roman"/>
            </a:endParaRPr>
          </a:p>
        </p:txBody>
      </p:sp>
    </p:spTree>
  </p:cSld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3" name="PlaceHolder 1"/>
          <p:cNvSpPr>
            <a:spLocks noGrp="1"/>
          </p:cNvSpPr>
          <p:nvPr>
            <p:ph type="sldImg"/>
          </p:nvPr>
        </p:nvSpPr>
        <p:spPr>
          <a:xfrm>
            <a:off x="1143000" y="685800"/>
            <a:ext cx="4571640" cy="3428640"/>
          </a:xfrm>
          <a:prstGeom prst="rect">
            <a:avLst/>
          </a:prstGeom>
          <a:ln w="0">
            <a:noFill/>
          </a:ln>
        </p:spPr>
      </p:sp>
      <p:sp>
        <p:nvSpPr>
          <p:cNvPr id="134" name="PlaceHolder 2"/>
          <p:cNvSpPr>
            <a:spLocks noGrp="1"/>
          </p:cNvSpPr>
          <p:nvPr>
            <p:ph type="body"/>
          </p:nvPr>
        </p:nvSpPr>
        <p:spPr>
          <a:xfrm>
            <a:off x="685800" y="4343400"/>
            <a:ext cx="5486040" cy="411444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marL="216000" indent="0">
              <a:lnSpc>
                <a:spcPct val="100000"/>
              </a:lnSpc>
              <a:buNone/>
            </a:pPr>
            <a:r>
              <a:rPr b="0" lang="ru-RU" sz="2000" spc="-1" strike="noStrike">
                <a:solidFill>
                  <a:srgbClr val="000000"/>
                </a:solidFill>
                <a:latin typeface="Arial"/>
              </a:rPr>
              <a:t>Верификация SIDM-модуля: прогон σ = 20 даёт 8.15 млн рассеяний и 51% затронутых частиц. Эффект ядра воспроизводится корректно.</a:t>
            </a:r>
            <a:endParaRPr b="0" lang="ru-RU" sz="20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35" name="PlaceHolder 3"/>
          <p:cNvSpPr>
            <a:spLocks noGrp="1"/>
          </p:cNvSpPr>
          <p:nvPr>
            <p:ph type="sldNum" idx="40"/>
          </p:nvPr>
        </p:nvSpPr>
        <p:spPr>
          <a:xfrm>
            <a:off x="3884760" y="8685360"/>
            <a:ext cx="2971440" cy="45684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b">
            <a:noAutofit/>
          </a:bodyPr>
          <a:lstStyle>
            <a:lvl1pPr indent="0" algn="r">
              <a:lnSpc>
                <a:spcPct val="100000"/>
              </a:lnSpc>
              <a:buNone/>
              <a:defRPr b="0" lang="ru-RU" sz="1200" spc="-1" strike="noStrike">
                <a:solidFill>
                  <a:srgbClr val="000000"/>
                </a:solidFill>
                <a:latin typeface="Times New Roman"/>
              </a:defRPr>
            </a:lvl1pPr>
          </a:lstStyle>
          <a:p>
            <a:pPr indent="0" algn="r">
              <a:lnSpc>
                <a:spcPct val="100000"/>
              </a:lnSpc>
              <a:buNone/>
            </a:pPr>
            <a:fld id="{FD51D219-36B8-4E45-B2B4-2800A230F6C1}" type="slidenum">
              <a:rPr b="0" lang="ru-RU" sz="1200" spc="-1" strike="noStrike">
                <a:solidFill>
                  <a:srgbClr val="000000"/>
                </a:solidFill>
                <a:latin typeface="Times New Roman"/>
              </a:rPr>
              <a:t>&lt;номер&gt;</a:t>
            </a:fld>
            <a:endParaRPr b="0" lang="ru-RU" sz="1200" spc="-1" strike="noStrike">
              <a:solidFill>
                <a:srgbClr val="000000"/>
              </a:solidFill>
              <a:latin typeface="Times New Roman"/>
            </a:endParaRPr>
          </a:p>
        </p:txBody>
      </p:sp>
    </p:spTree>
  </p:cSld>
</p:notes>
</file>

<file path=ppt/notesSlides/notesSlide5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6" name="PlaceHolder 1"/>
          <p:cNvSpPr>
            <a:spLocks noGrp="1"/>
          </p:cNvSpPr>
          <p:nvPr>
            <p:ph type="sldImg"/>
          </p:nvPr>
        </p:nvSpPr>
        <p:spPr>
          <a:xfrm>
            <a:off x="1143000" y="685800"/>
            <a:ext cx="4571640" cy="3428640"/>
          </a:xfrm>
          <a:prstGeom prst="rect">
            <a:avLst/>
          </a:prstGeom>
          <a:ln w="0">
            <a:noFill/>
          </a:ln>
        </p:spPr>
      </p:sp>
      <p:sp>
        <p:nvSpPr>
          <p:cNvPr id="137" name="PlaceHolder 2"/>
          <p:cNvSpPr>
            <a:spLocks noGrp="1"/>
          </p:cNvSpPr>
          <p:nvPr>
            <p:ph type="body"/>
          </p:nvPr>
        </p:nvSpPr>
        <p:spPr>
          <a:xfrm>
            <a:off x="685800" y="4343400"/>
            <a:ext cx="5486040" cy="411444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marL="216000" indent="0">
              <a:lnSpc>
                <a:spcPct val="100000"/>
              </a:lnSpc>
              <a:buNone/>
            </a:pPr>
            <a:r>
              <a:rPr b="0" lang="ru-RU" sz="2000" spc="-1" strike="noStrike">
                <a:solidFill>
                  <a:srgbClr val="000000"/>
                </a:solidFill>
                <a:latin typeface="Arial"/>
              </a:rPr>
              <a:t>Описание физической модели диссипации и сетки экспериментов. Сканируются и сечение, и доля диссипации, чтобы отделить физику от численных артефактов.</a:t>
            </a:r>
            <a:endParaRPr b="0" lang="ru-RU" sz="20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38" name="PlaceHolder 3"/>
          <p:cNvSpPr>
            <a:spLocks noGrp="1"/>
          </p:cNvSpPr>
          <p:nvPr>
            <p:ph type="sldNum" idx="41"/>
          </p:nvPr>
        </p:nvSpPr>
        <p:spPr>
          <a:xfrm>
            <a:off x="3884760" y="8685360"/>
            <a:ext cx="2971440" cy="45684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b">
            <a:noAutofit/>
          </a:bodyPr>
          <a:lstStyle>
            <a:lvl1pPr indent="0" algn="r">
              <a:lnSpc>
                <a:spcPct val="100000"/>
              </a:lnSpc>
              <a:buNone/>
              <a:defRPr b="0" lang="ru-RU" sz="1200" spc="-1" strike="noStrike">
                <a:solidFill>
                  <a:srgbClr val="000000"/>
                </a:solidFill>
                <a:latin typeface="Times New Roman"/>
              </a:defRPr>
            </a:lvl1pPr>
          </a:lstStyle>
          <a:p>
            <a:pPr indent="0" algn="r">
              <a:lnSpc>
                <a:spcPct val="100000"/>
              </a:lnSpc>
              <a:buNone/>
            </a:pPr>
            <a:fld id="{80B784C9-B312-4664-8960-5223E4C49411}" type="slidenum">
              <a:rPr b="0" lang="ru-RU" sz="1200" spc="-1" strike="noStrike">
                <a:solidFill>
                  <a:srgbClr val="000000"/>
                </a:solidFill>
                <a:latin typeface="Times New Roman"/>
              </a:rPr>
              <a:t>&lt;номер&gt;</a:t>
            </a:fld>
            <a:endParaRPr b="0" lang="ru-RU" sz="1200" spc="-1" strike="noStrike">
              <a:solidFill>
                <a:srgbClr val="000000"/>
              </a:solidFill>
              <a:latin typeface="Times New Roman"/>
            </a:endParaRPr>
          </a:p>
        </p:txBody>
      </p:sp>
    </p:spTree>
  </p:cSld>
</p:notes>
</file>

<file path=ppt/notesSlides/notesSlide6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9" name="PlaceHolder 1"/>
          <p:cNvSpPr>
            <a:spLocks noGrp="1"/>
          </p:cNvSpPr>
          <p:nvPr>
            <p:ph type="sldImg"/>
          </p:nvPr>
        </p:nvSpPr>
        <p:spPr>
          <a:xfrm>
            <a:off x="1143000" y="685800"/>
            <a:ext cx="4571640" cy="3428640"/>
          </a:xfrm>
          <a:prstGeom prst="rect">
            <a:avLst/>
          </a:prstGeom>
          <a:ln w="0">
            <a:noFill/>
          </a:ln>
        </p:spPr>
      </p:sp>
      <p:sp>
        <p:nvSpPr>
          <p:cNvPr id="140" name="PlaceHolder 2"/>
          <p:cNvSpPr>
            <a:spLocks noGrp="1"/>
          </p:cNvSpPr>
          <p:nvPr>
            <p:ph type="body"/>
          </p:nvPr>
        </p:nvSpPr>
        <p:spPr>
          <a:xfrm>
            <a:off x="685800" y="4343400"/>
            <a:ext cx="5486040" cy="411444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marL="216000" indent="0">
              <a:lnSpc>
                <a:spcPct val="100000"/>
              </a:lnSpc>
              <a:buNone/>
            </a:pPr>
            <a:r>
              <a:rPr b="0" lang="ru-RU" sz="2000" spc="-1" strike="noStrike">
                <a:solidFill>
                  <a:srgbClr val="000000"/>
                </a:solidFill>
                <a:latin typeface="Arial"/>
              </a:rPr>
              <a:t>Главный визуальный слайд. В edge-on проекции диск выглядел бы как тонкая полоса; здесь все сценарии показывают шарообразное гало.</a:t>
            </a:r>
            <a:endParaRPr b="0" lang="ru-RU" sz="20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41" name="PlaceHolder 3"/>
          <p:cNvSpPr>
            <a:spLocks noGrp="1"/>
          </p:cNvSpPr>
          <p:nvPr>
            <p:ph type="sldNum" idx="42"/>
          </p:nvPr>
        </p:nvSpPr>
        <p:spPr>
          <a:xfrm>
            <a:off x="3884760" y="8685360"/>
            <a:ext cx="2971440" cy="45684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b">
            <a:noAutofit/>
          </a:bodyPr>
          <a:lstStyle>
            <a:lvl1pPr indent="0" algn="r">
              <a:lnSpc>
                <a:spcPct val="100000"/>
              </a:lnSpc>
              <a:buNone/>
              <a:defRPr b="0" lang="ru-RU" sz="1200" spc="-1" strike="noStrike">
                <a:solidFill>
                  <a:srgbClr val="000000"/>
                </a:solidFill>
                <a:latin typeface="Times New Roman"/>
              </a:defRPr>
            </a:lvl1pPr>
          </a:lstStyle>
          <a:p>
            <a:pPr indent="0" algn="r">
              <a:lnSpc>
                <a:spcPct val="100000"/>
              </a:lnSpc>
              <a:buNone/>
            </a:pPr>
            <a:fld id="{2B4A29BB-BED9-4F12-A5CE-B287727EB965}" type="slidenum">
              <a:rPr b="0" lang="ru-RU" sz="1200" spc="-1" strike="noStrike">
                <a:solidFill>
                  <a:srgbClr val="000000"/>
                </a:solidFill>
                <a:latin typeface="Times New Roman"/>
              </a:rPr>
              <a:t>&lt;номер&gt;</a:t>
            </a:fld>
            <a:endParaRPr b="0" lang="ru-RU" sz="1200" spc="-1" strike="noStrike">
              <a:solidFill>
                <a:srgbClr val="000000"/>
              </a:solidFill>
              <a:latin typeface="Times New Roman"/>
            </a:endParaRPr>
          </a:p>
        </p:txBody>
      </p:sp>
    </p:spTree>
  </p:cSld>
</p:notes>
</file>

<file path=ppt/notesSlides/notesSlide7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2" name="PlaceHolder 1"/>
          <p:cNvSpPr>
            <a:spLocks noGrp="1"/>
          </p:cNvSpPr>
          <p:nvPr>
            <p:ph type="sldImg"/>
          </p:nvPr>
        </p:nvSpPr>
        <p:spPr>
          <a:xfrm>
            <a:off x="1143000" y="685800"/>
            <a:ext cx="4571640" cy="3428640"/>
          </a:xfrm>
          <a:prstGeom prst="rect">
            <a:avLst/>
          </a:prstGeom>
          <a:ln w="0">
            <a:noFill/>
          </a:ln>
        </p:spPr>
      </p:sp>
      <p:sp>
        <p:nvSpPr>
          <p:cNvPr id="143" name="PlaceHolder 2"/>
          <p:cNvSpPr>
            <a:spLocks noGrp="1"/>
          </p:cNvSpPr>
          <p:nvPr>
            <p:ph type="body"/>
          </p:nvPr>
        </p:nvSpPr>
        <p:spPr>
          <a:xfrm>
            <a:off x="685800" y="4343400"/>
            <a:ext cx="5486040" cy="411444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marL="216000" indent="0">
              <a:lnSpc>
                <a:spcPct val="100000"/>
              </a:lnSpc>
              <a:buNone/>
            </a:pPr>
            <a:r>
              <a:rPr b="0" lang="ru-RU" sz="2000" spc="-1" strike="noStrike">
                <a:solidFill>
                  <a:srgbClr val="000000"/>
                </a:solidFill>
                <a:latin typeface="Arial"/>
              </a:rPr>
              <a:t>Количественное подтверждение: все метрики формы далеко от дисковых. Диссипация действительно охлаждает материю, но вращательной поддержки почти не появляется.</a:t>
            </a:r>
            <a:endParaRPr b="0" lang="ru-RU" sz="20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44" name="PlaceHolder 3"/>
          <p:cNvSpPr>
            <a:spLocks noGrp="1"/>
          </p:cNvSpPr>
          <p:nvPr>
            <p:ph type="sldNum" idx="43"/>
          </p:nvPr>
        </p:nvSpPr>
        <p:spPr>
          <a:xfrm>
            <a:off x="3884760" y="8685360"/>
            <a:ext cx="2971440" cy="45684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b">
            <a:noAutofit/>
          </a:bodyPr>
          <a:lstStyle>
            <a:lvl1pPr indent="0" algn="r">
              <a:lnSpc>
                <a:spcPct val="100000"/>
              </a:lnSpc>
              <a:buNone/>
              <a:defRPr b="0" lang="ru-RU" sz="1200" spc="-1" strike="noStrike">
                <a:solidFill>
                  <a:srgbClr val="000000"/>
                </a:solidFill>
                <a:latin typeface="Times New Roman"/>
              </a:defRPr>
            </a:lvl1pPr>
          </a:lstStyle>
          <a:p>
            <a:pPr indent="0" algn="r">
              <a:lnSpc>
                <a:spcPct val="100000"/>
              </a:lnSpc>
              <a:buNone/>
            </a:pPr>
            <a:fld id="{91C6ED1D-B328-4F6A-A4AA-7DE0DEA8531E}" type="slidenum">
              <a:rPr b="0" lang="ru-RU" sz="1200" spc="-1" strike="noStrike">
                <a:solidFill>
                  <a:srgbClr val="000000"/>
                </a:solidFill>
                <a:latin typeface="Times New Roman"/>
              </a:rPr>
              <a:t>&lt;номер&gt;</a:t>
            </a:fld>
            <a:endParaRPr b="0" lang="ru-RU" sz="1200" spc="-1" strike="noStrike">
              <a:solidFill>
                <a:srgbClr val="000000"/>
              </a:solidFill>
              <a:latin typeface="Times New Roman"/>
            </a:endParaRPr>
          </a:p>
        </p:txBody>
      </p:sp>
    </p:spTree>
  </p:cSld>
</p:notes>
</file>

<file path=ppt/notesSlides/notesSlide8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5" name="PlaceHolder 1"/>
          <p:cNvSpPr>
            <a:spLocks noGrp="1"/>
          </p:cNvSpPr>
          <p:nvPr>
            <p:ph type="sldImg"/>
          </p:nvPr>
        </p:nvSpPr>
        <p:spPr>
          <a:xfrm>
            <a:off x="1143000" y="685800"/>
            <a:ext cx="4571640" cy="3428640"/>
          </a:xfrm>
          <a:prstGeom prst="rect">
            <a:avLst/>
          </a:prstGeom>
          <a:ln w="0">
            <a:noFill/>
          </a:ln>
        </p:spPr>
      </p:sp>
      <p:sp>
        <p:nvSpPr>
          <p:cNvPr id="146" name="PlaceHolder 2"/>
          <p:cNvSpPr>
            <a:spLocks noGrp="1"/>
          </p:cNvSpPr>
          <p:nvPr>
            <p:ph type="body"/>
          </p:nvPr>
        </p:nvSpPr>
        <p:spPr>
          <a:xfrm>
            <a:off x="685800" y="4343400"/>
            <a:ext cx="5486040" cy="411444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marL="216000" indent="0">
              <a:lnSpc>
                <a:spcPct val="100000"/>
              </a:lnSpc>
              <a:buNone/>
            </a:pPr>
            <a:r>
              <a:rPr b="0" lang="ru-RU" sz="2000" spc="-1" strike="noStrike">
                <a:solidFill>
                  <a:srgbClr val="000000"/>
                </a:solidFill>
                <a:latin typeface="Arial"/>
              </a:rPr>
              <a:t>Диссипация не создаёт дополнительного сжатия центра относительно упругого SIDM. Эффект ядра — в основном заслуга упругих рассеяний.</a:t>
            </a:r>
            <a:endParaRPr b="0" lang="ru-RU" sz="20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47" name="PlaceHolder 3"/>
          <p:cNvSpPr>
            <a:spLocks noGrp="1"/>
          </p:cNvSpPr>
          <p:nvPr>
            <p:ph type="sldNum" idx="44"/>
          </p:nvPr>
        </p:nvSpPr>
        <p:spPr>
          <a:xfrm>
            <a:off x="3884760" y="8685360"/>
            <a:ext cx="2971440" cy="45684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b">
            <a:noAutofit/>
          </a:bodyPr>
          <a:lstStyle>
            <a:lvl1pPr indent="0" algn="r">
              <a:lnSpc>
                <a:spcPct val="100000"/>
              </a:lnSpc>
              <a:buNone/>
              <a:defRPr b="0" lang="ru-RU" sz="1200" spc="-1" strike="noStrike">
                <a:solidFill>
                  <a:srgbClr val="000000"/>
                </a:solidFill>
                <a:latin typeface="Times New Roman"/>
              </a:defRPr>
            </a:lvl1pPr>
          </a:lstStyle>
          <a:p>
            <a:pPr indent="0" algn="r">
              <a:lnSpc>
                <a:spcPct val="100000"/>
              </a:lnSpc>
              <a:buNone/>
            </a:pPr>
            <a:fld id="{7626CBD4-8F62-40BD-B91A-9C4BFDB614CA}" type="slidenum">
              <a:rPr b="0" lang="ru-RU" sz="1200" spc="-1" strike="noStrike">
                <a:solidFill>
                  <a:srgbClr val="000000"/>
                </a:solidFill>
                <a:latin typeface="Times New Roman"/>
              </a:rPr>
              <a:t>&lt;номер&gt;</a:t>
            </a:fld>
            <a:endParaRPr b="0" lang="ru-RU" sz="1200" spc="-1" strike="noStrike">
              <a:solidFill>
                <a:srgbClr val="000000"/>
              </a:solidFill>
              <a:latin typeface="Times New Roman"/>
            </a:endParaRPr>
          </a:p>
        </p:txBody>
      </p:sp>
    </p:spTree>
  </p:cSld>
</p:notes>
</file>

<file path=ppt/notesSlides/notesSlide9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8" name="PlaceHolder 1"/>
          <p:cNvSpPr>
            <a:spLocks noGrp="1"/>
          </p:cNvSpPr>
          <p:nvPr>
            <p:ph type="sldImg"/>
          </p:nvPr>
        </p:nvSpPr>
        <p:spPr>
          <a:xfrm>
            <a:off x="1143000" y="685800"/>
            <a:ext cx="4571640" cy="3428640"/>
          </a:xfrm>
          <a:prstGeom prst="rect">
            <a:avLst/>
          </a:prstGeom>
          <a:ln w="0">
            <a:noFill/>
          </a:ln>
        </p:spPr>
      </p:sp>
      <p:sp>
        <p:nvSpPr>
          <p:cNvPr id="149" name="PlaceHolder 2"/>
          <p:cNvSpPr>
            <a:spLocks noGrp="1"/>
          </p:cNvSpPr>
          <p:nvPr>
            <p:ph type="body"/>
          </p:nvPr>
        </p:nvSpPr>
        <p:spPr>
          <a:xfrm>
            <a:off x="685800" y="4343400"/>
            <a:ext cx="5486040" cy="411444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marL="216000" indent="0">
              <a:lnSpc>
                <a:spcPct val="100000"/>
              </a:lnSpc>
              <a:buNone/>
            </a:pPr>
            <a:r>
              <a:rPr b="0" lang="ru-RU" sz="2000" spc="-1" strike="noStrike">
                <a:solidFill>
                  <a:srgbClr val="000000"/>
                </a:solidFill>
                <a:latin typeface="Arial"/>
              </a:rPr>
              <a:t>Это численная патология, а не физика: рост темпа рассеяний и коллапс шага времени. Сильная диссипация не успевает создать диск до того, как симуляция ломается.</a:t>
            </a:r>
            <a:endParaRPr b="0" lang="ru-RU" sz="20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50" name="PlaceHolder 3"/>
          <p:cNvSpPr>
            <a:spLocks noGrp="1"/>
          </p:cNvSpPr>
          <p:nvPr>
            <p:ph type="sldNum" idx="45"/>
          </p:nvPr>
        </p:nvSpPr>
        <p:spPr>
          <a:xfrm>
            <a:off x="3884760" y="8685360"/>
            <a:ext cx="2971440" cy="45684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b">
            <a:noAutofit/>
          </a:bodyPr>
          <a:lstStyle>
            <a:lvl1pPr indent="0" algn="r">
              <a:lnSpc>
                <a:spcPct val="100000"/>
              </a:lnSpc>
              <a:buNone/>
              <a:defRPr b="0" lang="ru-RU" sz="1200" spc="-1" strike="noStrike">
                <a:solidFill>
                  <a:srgbClr val="000000"/>
                </a:solidFill>
                <a:latin typeface="Times New Roman"/>
              </a:defRPr>
            </a:lvl1pPr>
          </a:lstStyle>
          <a:p>
            <a:pPr indent="0" algn="r">
              <a:lnSpc>
                <a:spcPct val="100000"/>
              </a:lnSpc>
              <a:buNone/>
            </a:pPr>
            <a:fld id="{76E9C06C-F7BE-48C5-8D94-3ABE54064C97}" type="slidenum">
              <a:rPr b="0" lang="ru-RU" sz="1200" spc="-1" strike="noStrike">
                <a:solidFill>
                  <a:srgbClr val="000000"/>
                </a:solidFill>
                <a:latin typeface="Times New Roman"/>
              </a:rPr>
              <a:t>&lt;номер&gt;</a:t>
            </a:fld>
            <a:endParaRPr b="0" lang="ru-RU" sz="1200" spc="-1" strike="noStrike">
              <a:solidFill>
                <a:srgbClr val="000000"/>
              </a:solidFill>
              <a:latin typeface="Times New Roman"/>
            </a:endParaRPr>
          </a:p>
        </p:txBody>
      </p:sp>
    </p:spTree>
  </p:cSld>
</p:notes>
</file>

<file path=ppt/notesSlides/notesSlide10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1" name="PlaceHolder 1"/>
          <p:cNvSpPr>
            <a:spLocks noGrp="1"/>
          </p:cNvSpPr>
          <p:nvPr>
            <p:ph type="sldImg"/>
          </p:nvPr>
        </p:nvSpPr>
        <p:spPr>
          <a:xfrm>
            <a:off x="1143000" y="685800"/>
            <a:ext cx="4571640" cy="3428640"/>
          </a:xfrm>
          <a:prstGeom prst="rect">
            <a:avLst/>
          </a:prstGeom>
          <a:ln w="0">
            <a:noFill/>
          </a:ln>
        </p:spPr>
      </p:sp>
      <p:sp>
        <p:nvSpPr>
          <p:cNvPr id="152" name="PlaceHolder 2"/>
          <p:cNvSpPr>
            <a:spLocks noGrp="1"/>
          </p:cNvSpPr>
          <p:nvPr>
            <p:ph type="body"/>
          </p:nvPr>
        </p:nvSpPr>
        <p:spPr>
          <a:xfrm>
            <a:off x="685800" y="4343400"/>
            <a:ext cx="5486040" cy="411444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marL="216000" indent="0">
              <a:lnSpc>
                <a:spcPct val="100000"/>
              </a:lnSpc>
              <a:buNone/>
            </a:pPr>
            <a:r>
              <a:rPr b="0" lang="ru-RU" sz="2000" spc="-1" strike="noStrike">
                <a:solidFill>
                  <a:srgbClr val="000000"/>
                </a:solidFill>
                <a:latin typeface="Arial"/>
              </a:rPr>
              <a:t>Промежуточный статус: высокий спин — новый параметр. Пока завершены только прогоны; ключевой вопрос — появится ли вращательная поддержка при больших D.</a:t>
            </a:r>
            <a:endParaRPr b="0" lang="ru-RU" sz="20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53" name="PlaceHolder 3"/>
          <p:cNvSpPr>
            <a:spLocks noGrp="1"/>
          </p:cNvSpPr>
          <p:nvPr>
            <p:ph type="sldNum" idx="46"/>
          </p:nvPr>
        </p:nvSpPr>
        <p:spPr>
          <a:xfrm>
            <a:off x="3884760" y="8685360"/>
            <a:ext cx="2971440" cy="45684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b">
            <a:noAutofit/>
          </a:bodyPr>
          <a:lstStyle>
            <a:lvl1pPr indent="0" algn="r">
              <a:lnSpc>
                <a:spcPct val="100000"/>
              </a:lnSpc>
              <a:buNone/>
              <a:defRPr b="0" lang="ru-RU" sz="1200" spc="-1" strike="noStrike">
                <a:solidFill>
                  <a:srgbClr val="000000"/>
                </a:solidFill>
                <a:latin typeface="Times New Roman"/>
              </a:defRPr>
            </a:lvl1pPr>
          </a:lstStyle>
          <a:p>
            <a:pPr indent="0" algn="r">
              <a:lnSpc>
                <a:spcPct val="100000"/>
              </a:lnSpc>
              <a:buNone/>
            </a:pPr>
            <a:fld id="{01472EE8-53FF-4840-980C-9421EEB49943}" type="slidenum">
              <a:rPr b="0" lang="ru-RU" sz="1200" spc="-1" strike="noStrike">
                <a:solidFill>
                  <a:srgbClr val="000000"/>
                </a:solidFill>
                <a:latin typeface="Times New Roman"/>
              </a:rPr>
              <a:t>&lt;номер&gt;</a:t>
            </a:fld>
            <a:endParaRPr b="0" lang="ru-RU" sz="1200" spc="-1" strike="noStrike">
              <a:solidFill>
                <a:srgbClr val="000000"/>
              </a:solidFill>
              <a:latin typeface="Times New Roman"/>
            </a:endParaRPr>
          </a:p>
        </p:txBody>
      </p:sp>
    </p:spTree>
  </p:cSld>
</p:notes>
</file>

<file path=ppt/notesSlides/notesSlide11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4" name="PlaceHolder 1"/>
          <p:cNvSpPr>
            <a:spLocks noGrp="1"/>
          </p:cNvSpPr>
          <p:nvPr>
            <p:ph type="sldImg"/>
          </p:nvPr>
        </p:nvSpPr>
        <p:spPr>
          <a:xfrm>
            <a:off x="1143000" y="685800"/>
            <a:ext cx="4571640" cy="3428640"/>
          </a:xfrm>
          <a:prstGeom prst="rect">
            <a:avLst/>
          </a:prstGeom>
          <a:ln w="0">
            <a:noFill/>
          </a:ln>
        </p:spPr>
      </p:sp>
      <p:sp>
        <p:nvSpPr>
          <p:cNvPr id="155" name="PlaceHolder 2"/>
          <p:cNvSpPr>
            <a:spLocks noGrp="1"/>
          </p:cNvSpPr>
          <p:nvPr>
            <p:ph type="body"/>
          </p:nvPr>
        </p:nvSpPr>
        <p:spPr>
          <a:xfrm>
            <a:off x="685800" y="4343400"/>
            <a:ext cx="5486040" cy="411444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marL="216000" indent="0">
              <a:lnSpc>
                <a:spcPct val="100000"/>
              </a:lnSpc>
              <a:buNone/>
            </a:pPr>
            <a:r>
              <a:rPr b="0" lang="ru-RU" sz="2000" spc="-1" strike="noStrike">
                <a:solidFill>
                  <a:srgbClr val="000000"/>
                </a:solidFill>
                <a:latin typeface="Arial"/>
              </a:rPr>
              <a:t>Следующие шаги: сначала полностью разобрать кампанию k =  0.8, затем продлить лучших кандидатов. Также стоит проверить физикуна уровне исходного кода.</a:t>
            </a:r>
            <a:endParaRPr b="0" lang="ru-RU" sz="20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56" name="PlaceHolder 3"/>
          <p:cNvSpPr>
            <a:spLocks noGrp="1"/>
          </p:cNvSpPr>
          <p:nvPr>
            <p:ph type="sldNum" idx="47"/>
          </p:nvPr>
        </p:nvSpPr>
        <p:spPr>
          <a:xfrm>
            <a:off x="3884760" y="8685360"/>
            <a:ext cx="2971440" cy="45684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b">
            <a:noAutofit/>
          </a:bodyPr>
          <a:lstStyle>
            <a:lvl1pPr indent="0" algn="r">
              <a:lnSpc>
                <a:spcPct val="100000"/>
              </a:lnSpc>
              <a:buNone/>
              <a:defRPr b="0" lang="ru-RU" sz="1200" spc="-1" strike="noStrike">
                <a:solidFill>
                  <a:srgbClr val="000000"/>
                </a:solidFill>
                <a:latin typeface="Times New Roman"/>
              </a:defRPr>
            </a:lvl1pPr>
          </a:lstStyle>
          <a:p>
            <a:pPr indent="0" algn="r">
              <a:lnSpc>
                <a:spcPct val="100000"/>
              </a:lnSpc>
              <a:buNone/>
            </a:pPr>
            <a:fld id="{D2DE7608-750B-4581-A5DD-9C6B107B2CF4}" type="slidenum">
              <a:rPr b="0" lang="ru-RU" sz="1200" spc="-1" strike="noStrike">
                <a:solidFill>
                  <a:srgbClr val="000000"/>
                </a:solidFill>
                <a:latin typeface="Times New Roman"/>
              </a:rPr>
              <a:t>&lt;номер&gt;</a:t>
            </a:fld>
            <a:endParaRPr b="0" lang="ru-RU" sz="1200" spc="-1" strike="noStrike">
              <a:solidFill>
                <a:srgbClr val="000000"/>
              </a:solidFill>
              <a:latin typeface="Times New Roman"/>
            </a:endParaRPr>
          </a:p>
        </p:txBody>
      </p:sp>
    </p:spTree>
  </p:cSld>
</p:notes>
</file>

<file path=ppt/notesSlides/notesSlide12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7" name="PlaceHolder 1"/>
          <p:cNvSpPr>
            <a:spLocks noGrp="1"/>
          </p:cNvSpPr>
          <p:nvPr>
            <p:ph type="sldImg"/>
          </p:nvPr>
        </p:nvSpPr>
        <p:spPr>
          <a:xfrm>
            <a:off x="1143000" y="685800"/>
            <a:ext cx="4571640" cy="3428640"/>
          </a:xfrm>
          <a:prstGeom prst="rect">
            <a:avLst/>
          </a:prstGeom>
          <a:ln w="0">
            <a:noFill/>
          </a:ln>
        </p:spPr>
      </p:sp>
      <p:sp>
        <p:nvSpPr>
          <p:cNvPr id="158" name="PlaceHolder 2"/>
          <p:cNvSpPr>
            <a:spLocks noGrp="1"/>
          </p:cNvSpPr>
          <p:nvPr>
            <p:ph type="body"/>
          </p:nvPr>
        </p:nvSpPr>
        <p:spPr>
          <a:xfrm>
            <a:off x="685800" y="4343400"/>
            <a:ext cx="5486040" cy="411444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marL="216000" indent="0">
              <a:lnSpc>
                <a:spcPct val="100000"/>
              </a:lnSpc>
              <a:buNone/>
            </a:pPr>
            <a:r>
              <a:rPr b="0" lang="ru-RU" sz="2000" spc="-1" strike="noStrike">
                <a:solidFill>
                  <a:srgbClr val="000000"/>
                </a:solidFill>
                <a:latin typeface="Arial"/>
              </a:rPr>
              <a:t>Итог: ни упругий SIDM, ни dSIDM при слабом вращении не создают диск; сильная диссипация ломает симуляцию. Главный открытый вопрос— поможет ли высокий спин гало.</a:t>
            </a:r>
            <a:endParaRPr b="0" lang="ru-RU" sz="20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59" name="PlaceHolder 3"/>
          <p:cNvSpPr>
            <a:spLocks noGrp="1"/>
          </p:cNvSpPr>
          <p:nvPr>
            <p:ph type="sldNum" idx="48"/>
          </p:nvPr>
        </p:nvSpPr>
        <p:spPr>
          <a:xfrm>
            <a:off x="3884760" y="8685360"/>
            <a:ext cx="2971440" cy="45684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b">
            <a:noAutofit/>
          </a:bodyPr>
          <a:lstStyle>
            <a:lvl1pPr indent="0" algn="r">
              <a:lnSpc>
                <a:spcPct val="100000"/>
              </a:lnSpc>
              <a:buNone/>
              <a:defRPr b="0" lang="ru-RU" sz="1200" spc="-1" strike="noStrike">
                <a:solidFill>
                  <a:srgbClr val="000000"/>
                </a:solidFill>
                <a:latin typeface="Times New Roman"/>
              </a:defRPr>
            </a:lvl1pPr>
          </a:lstStyle>
          <a:p>
            <a:pPr indent="0" algn="r">
              <a:lnSpc>
                <a:spcPct val="100000"/>
              </a:lnSpc>
              <a:buNone/>
            </a:pPr>
            <a:fld id="{46717ECD-54E1-4BFF-B2A5-EA83088CE103}" type="slidenum">
              <a:rPr b="0" lang="ru-RU" sz="1200" spc="-1" strike="noStrike">
                <a:solidFill>
                  <a:srgbClr val="000000"/>
                </a:solidFill>
                <a:latin typeface="Times New Roman"/>
              </a:rPr>
              <a:t>&lt;номер&gt;</a:t>
            </a:fld>
            <a:endParaRPr b="0" lang="ru-RU" sz="1200" spc="-1" strike="noStrike">
              <a:solidFill>
                <a:srgbClr val="000000"/>
              </a:solidFill>
              <a:latin typeface="Times New Roman"/>
            </a:endParaRPr>
          </a:p>
        </p:txBody>
      </p:sp>
    </p:spTree>
  </p:cSld>
</p:notes>
</file>

<file path=ppt/slideLayouts/_rels/slideLayout1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2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.xml"/>
</Relationships>
</file>

<file path=ppt/slideLayouts/_rels/slideLayout3.xml.rels><?xml version="1.0" encoding="UTF-8"?>
<Relationships xmlns="http://schemas.openxmlformats.org/package/2006/relationships"><Relationship Id="rId1" Type="http://schemas.openxmlformats.org/officeDocument/2006/relationships/slideMaster" Target="../slideMasters/slideMaster3.xml"/>
</Relationships>
</file>

<file path=ppt/slideLayouts/_rels/slideLayout4.xml.rels><?xml version="1.0" encoding="UTF-8"?>
<Relationships xmlns="http://schemas.openxmlformats.org/package/2006/relationships"><Relationship Id="rId1" Type="http://schemas.openxmlformats.org/officeDocument/2006/relationships/slideMaster" Target="../slideMasters/slideMaster4.xml"/>
</Relationships>
</file>

<file path=ppt/slideLayouts/_rels/slideLayout5.xml.rels><?xml version="1.0" encoding="UTF-8"?>
<Relationships xmlns="http://schemas.openxmlformats.org/package/2006/relationships"><Relationship Id="rId1" Type="http://schemas.openxmlformats.org/officeDocument/2006/relationships/slideMaster" Target="../slideMasters/slideMaster5.xml"/>
</Relationships>
</file>

<file path=ppt/slideLayouts/_rels/slideLayout6.xml.rels><?xml version="1.0" encoding="UTF-8"?>
<Relationships xmlns="http://schemas.openxmlformats.org/package/2006/relationships"><Relationship Id="rId1" Type="http://schemas.openxmlformats.org/officeDocument/2006/relationships/slideMaster" Target="../slideMasters/slideMaster6.xml"/>
</Relationships>
</file>

<file path=ppt/slideLayouts/_rels/slideLayout7.xml.rels><?xml version="1.0" encoding="UTF-8"?>
<Relationships xmlns="http://schemas.openxmlformats.org/package/2006/relationships"><Relationship Id="rId1" Type="http://schemas.openxmlformats.org/officeDocument/2006/relationships/slideMaster" Target="../slideMasters/slideMaster7.xml"/>
</Relationships>
</file>

<file path=ppt/slideLayouts/_rels/slideLayout8.xml.rels><?xml version="1.0" encoding="UTF-8"?>
<Relationships xmlns="http://schemas.openxmlformats.org/package/2006/relationships"><Relationship Id="rId1" Type="http://schemas.openxmlformats.org/officeDocument/2006/relationships/slideMaster" Target="../slideMasters/slideMaster8.xml"/>
</Relationships>
</file>

<file path=ppt/slideLayouts/_rels/slideLayout9.xml.rels><?xml version="1.0" encoding="UTF-8"?>
<Relationships xmlns="http://schemas.openxmlformats.org/package/2006/relationships"><Relationship Id="rId1" Type="http://schemas.openxmlformats.org/officeDocument/2006/relationships/slideMaster" Target="../slideMasters/slideMaster9.xml"/>
</Relationships>
</file>

<file path=ppt/slideLayouts/_rels/slideLayout10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0.xml"/>
</Relationships>
</file>

<file path=ppt/slideLayouts/_rels/slideLayout11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1.xml"/>
</Relationships>
</file>

<file path=ppt/slideLayouts/slideLayout1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PlaceHolder 1"/>
          <p:cNvSpPr>
            <a:spLocks noGrp="1"/>
          </p:cNvSpPr>
          <p:nvPr>
            <p:ph type="title"/>
          </p:nvPr>
        </p:nvSpPr>
        <p:spPr>
          <a:xfrm>
            <a:off x="609480" y="273600"/>
            <a:ext cx="10972080" cy="11448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>
              <a:buNone/>
            </a:pPr>
            <a:endParaRPr b="0" lang="en-US" sz="1800" spc="-1" strike="noStrike">
              <a:solidFill>
                <a:schemeClr val="dk1"/>
              </a:solidFill>
              <a:latin typeface="Calibri"/>
            </a:endParaRPr>
          </a:p>
        </p:txBody>
      </p:sp>
      <p:sp>
        <p:nvSpPr>
          <p:cNvPr id="5" name="PlaceHolder 2"/>
          <p:cNvSpPr>
            <a:spLocks noGrp="1"/>
          </p:cNvSpPr>
          <p:nvPr>
            <p:ph type="subTitle"/>
          </p:nvPr>
        </p:nvSpPr>
        <p:spPr>
          <a:xfrm>
            <a:off x="609480" y="1604520"/>
            <a:ext cx="10972080" cy="39772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 algn="ctr">
              <a:buNone/>
            </a:pPr>
            <a:endParaRPr b="0" lang="ru-RU" sz="32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4" name="PlaceHolder 3"/>
          <p:cNvSpPr>
            <a:spLocks noGrp="1"/>
          </p:cNvSpPr>
          <p:nvPr>
            <p:ph type="ftr" idx="2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5" name="PlaceHolder 4"/>
          <p:cNvSpPr>
            <a:spLocks noGrp="1"/>
          </p:cNvSpPr>
          <p:nvPr>
            <p:ph type="sldNum" idx="3"/>
          </p:nvPr>
        </p:nvSpPr>
        <p:spPr/>
        <p:txBody>
          <a:bodyPr/>
          <a:p>
            <a:fld id="{B43EBCD1-3B82-4ED1-8161-7022B0FA9080}" type="slidenum">
              <a:t>&lt;#&gt;</a:t>
            </a:fld>
          </a:p>
        </p:txBody>
      </p:sp>
      <p:sp>
        <p:nvSpPr>
          <p:cNvPr id="6" name="PlaceHolder 5"/>
          <p:cNvSpPr>
            <a:spLocks noGrp="1"/>
          </p:cNvSpPr>
          <p:nvPr>
            <p:ph type="dt" idx="1"/>
          </p:nvPr>
        </p:nvSpPr>
        <p:spPr/>
        <p:txBody>
          <a:bodyPr/>
          <a:p>
            <a:r>
              <a:rPr lang="ru-RU"/>
              <a:t/>
            </a:r>
          </a:p>
        </p:txBody>
      </p:sp>
    </p:spTree>
  </p:cSld>
</p:sldLayout>
</file>

<file path=ppt/slideLayouts/slideLayout2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laceHolder 1"/>
          <p:cNvSpPr>
            <a:spLocks noGrp="1"/>
          </p:cNvSpPr>
          <p:nvPr>
            <p:ph type="ftr" idx="5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3" name="PlaceHolder 2"/>
          <p:cNvSpPr>
            <a:spLocks noGrp="1"/>
          </p:cNvSpPr>
          <p:nvPr>
            <p:ph type="sldNum" idx="6"/>
          </p:nvPr>
        </p:nvSpPr>
        <p:spPr/>
        <p:txBody>
          <a:bodyPr/>
          <a:p>
            <a:fld id="{9D29FBE9-D8A1-436E-98A8-212628DB45FE}" type="slidenum">
              <a:t>&lt;#&gt;</a:t>
            </a:fld>
          </a:p>
        </p:txBody>
      </p:sp>
      <p:sp>
        <p:nvSpPr>
          <p:cNvPr id="4" name="PlaceHolder 3"/>
          <p:cNvSpPr>
            <a:spLocks noGrp="1"/>
          </p:cNvSpPr>
          <p:nvPr>
            <p:ph type="dt" idx="4"/>
          </p:nvPr>
        </p:nvSpPr>
        <p:spPr/>
        <p:txBody>
          <a:bodyPr/>
          <a:p>
            <a:r>
              <a:rPr lang="ru-RU"/>
              <a:t/>
            </a:r>
          </a:p>
        </p:txBody>
      </p:sp>
    </p:spTree>
  </p:cSld>
</p:sldLayout>
</file>

<file path=ppt/slideLayouts/slideLayout3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laceHolder 1"/>
          <p:cNvSpPr>
            <a:spLocks noGrp="1"/>
          </p:cNvSpPr>
          <p:nvPr>
            <p:ph type="ftr" idx="8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3" name="PlaceHolder 2"/>
          <p:cNvSpPr>
            <a:spLocks noGrp="1"/>
          </p:cNvSpPr>
          <p:nvPr>
            <p:ph type="sldNum" idx="9"/>
          </p:nvPr>
        </p:nvSpPr>
        <p:spPr/>
        <p:txBody>
          <a:bodyPr/>
          <a:p>
            <a:fld id="{D2B3E1AA-5290-4C4D-85BD-69C0D67614E2}" type="slidenum">
              <a:t>&lt;#&gt;</a:t>
            </a:fld>
          </a:p>
        </p:txBody>
      </p:sp>
      <p:sp>
        <p:nvSpPr>
          <p:cNvPr id="4" name="PlaceHolder 3"/>
          <p:cNvSpPr>
            <a:spLocks noGrp="1"/>
          </p:cNvSpPr>
          <p:nvPr>
            <p:ph type="dt" idx="7"/>
          </p:nvPr>
        </p:nvSpPr>
        <p:spPr/>
        <p:txBody>
          <a:bodyPr/>
          <a:p>
            <a:r>
              <a:rPr lang="ru-RU"/>
              <a:t/>
            </a:r>
          </a:p>
        </p:txBody>
      </p:sp>
    </p:spTree>
  </p:cSld>
</p:sldLayout>
</file>

<file path=ppt/slideLayouts/slideLayout4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PlaceHolder 1"/>
          <p:cNvSpPr>
            <a:spLocks noGrp="1"/>
          </p:cNvSpPr>
          <p:nvPr>
            <p:ph type="title"/>
          </p:nvPr>
        </p:nvSpPr>
        <p:spPr>
          <a:xfrm>
            <a:off x="609480" y="273600"/>
            <a:ext cx="10972080" cy="11448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>
              <a:buNone/>
            </a:pPr>
            <a:endParaRPr b="0" lang="en-US" sz="1800" spc="-1" strike="noStrike">
              <a:solidFill>
                <a:schemeClr val="dk1"/>
              </a:solidFill>
              <a:latin typeface="Calibri"/>
            </a:endParaRPr>
          </a:p>
        </p:txBody>
      </p:sp>
      <p:sp>
        <p:nvSpPr>
          <p:cNvPr id="22" name="PlaceHolder 2"/>
          <p:cNvSpPr>
            <a:spLocks noGrp="1"/>
          </p:cNvSpPr>
          <p:nvPr>
            <p:ph/>
          </p:nvPr>
        </p:nvSpPr>
        <p:spPr>
          <a:xfrm>
            <a:off x="609480" y="1604520"/>
            <a:ext cx="10972080" cy="39772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spcBef>
                <a:spcPts val="1417"/>
              </a:spcBef>
              <a:buNone/>
            </a:pPr>
            <a:endParaRPr b="0" lang="en-US" sz="3200" spc="-1" strike="noStrike">
              <a:solidFill>
                <a:schemeClr val="dk1"/>
              </a:solidFill>
              <a:latin typeface="Calibri"/>
            </a:endParaRPr>
          </a:p>
        </p:txBody>
      </p:sp>
      <p:sp>
        <p:nvSpPr>
          <p:cNvPr id="4" name="PlaceHolder 3"/>
          <p:cNvSpPr>
            <a:spLocks noGrp="1"/>
          </p:cNvSpPr>
          <p:nvPr>
            <p:ph type="ftr" idx="11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5" name="PlaceHolder 4"/>
          <p:cNvSpPr>
            <a:spLocks noGrp="1"/>
          </p:cNvSpPr>
          <p:nvPr>
            <p:ph type="sldNum" idx="12"/>
          </p:nvPr>
        </p:nvSpPr>
        <p:spPr/>
        <p:txBody>
          <a:bodyPr/>
          <a:p>
            <a:fld id="{BD033694-D033-45DA-BA32-4CF16B4602DC}" type="slidenum">
              <a:t>&lt;#&gt;</a:t>
            </a:fld>
          </a:p>
        </p:txBody>
      </p:sp>
      <p:sp>
        <p:nvSpPr>
          <p:cNvPr id="6" name="PlaceHolder 5"/>
          <p:cNvSpPr>
            <a:spLocks noGrp="1"/>
          </p:cNvSpPr>
          <p:nvPr>
            <p:ph type="dt" idx="10"/>
          </p:nvPr>
        </p:nvSpPr>
        <p:spPr/>
        <p:txBody>
          <a:bodyPr/>
          <a:p>
            <a:r>
              <a:rPr lang="ru-RU"/>
              <a:t/>
            </a:r>
          </a:p>
        </p:txBody>
      </p:sp>
    </p:spTree>
  </p:cSld>
</p:sldLayout>
</file>

<file path=ppt/slideLayouts/slideLayout5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laceHolder 1"/>
          <p:cNvSpPr>
            <a:spLocks noGrp="1"/>
          </p:cNvSpPr>
          <p:nvPr>
            <p:ph type="ftr" idx="14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3" name="PlaceHolder 2"/>
          <p:cNvSpPr>
            <a:spLocks noGrp="1"/>
          </p:cNvSpPr>
          <p:nvPr>
            <p:ph type="sldNum" idx="15"/>
          </p:nvPr>
        </p:nvSpPr>
        <p:spPr/>
        <p:txBody>
          <a:bodyPr/>
          <a:p>
            <a:fld id="{137B9918-D951-40F8-8F4A-487B328CE2FF}" type="slidenum">
              <a:t>&lt;#&gt;</a:t>
            </a:fld>
          </a:p>
        </p:txBody>
      </p:sp>
      <p:sp>
        <p:nvSpPr>
          <p:cNvPr id="4" name="PlaceHolder 3"/>
          <p:cNvSpPr>
            <a:spLocks noGrp="1"/>
          </p:cNvSpPr>
          <p:nvPr>
            <p:ph type="dt" idx="13"/>
          </p:nvPr>
        </p:nvSpPr>
        <p:spPr/>
        <p:txBody>
          <a:bodyPr/>
          <a:p>
            <a:r>
              <a:rPr lang="ru-RU"/>
              <a:t/>
            </a:r>
          </a:p>
        </p:txBody>
      </p:sp>
    </p:spTree>
  </p:cSld>
</p:sldLayout>
</file>

<file path=ppt/slideLayouts/slideLayout6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" name="PlaceHolder 1"/>
          <p:cNvSpPr>
            <a:spLocks noGrp="1"/>
          </p:cNvSpPr>
          <p:nvPr>
            <p:ph type="title"/>
          </p:nvPr>
        </p:nvSpPr>
        <p:spPr>
          <a:xfrm>
            <a:off x="609480" y="273600"/>
            <a:ext cx="10972080" cy="11448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>
              <a:buNone/>
            </a:pPr>
            <a:endParaRPr b="0" lang="en-US" sz="1800" spc="-1" strike="noStrike">
              <a:solidFill>
                <a:schemeClr val="dk1"/>
              </a:solidFill>
              <a:latin typeface="Calibri"/>
            </a:endParaRPr>
          </a:p>
        </p:txBody>
      </p:sp>
      <p:sp>
        <p:nvSpPr>
          <p:cNvPr id="35" name="PlaceHolder 2"/>
          <p:cNvSpPr>
            <a:spLocks noGrp="1"/>
          </p:cNvSpPr>
          <p:nvPr>
            <p:ph/>
          </p:nvPr>
        </p:nvSpPr>
        <p:spPr>
          <a:xfrm>
            <a:off x="609480" y="1604520"/>
            <a:ext cx="5354280" cy="39772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spcBef>
                <a:spcPts val="1417"/>
              </a:spcBef>
              <a:buNone/>
            </a:pPr>
            <a:endParaRPr b="0" lang="en-US" sz="3200" spc="-1" strike="noStrike">
              <a:solidFill>
                <a:schemeClr val="dk1"/>
              </a:solidFill>
              <a:latin typeface="Calibri"/>
            </a:endParaRPr>
          </a:p>
        </p:txBody>
      </p:sp>
      <p:sp>
        <p:nvSpPr>
          <p:cNvPr id="36" name="PlaceHolder 3"/>
          <p:cNvSpPr>
            <a:spLocks noGrp="1"/>
          </p:cNvSpPr>
          <p:nvPr>
            <p:ph/>
          </p:nvPr>
        </p:nvSpPr>
        <p:spPr>
          <a:xfrm>
            <a:off x="6231960" y="1604520"/>
            <a:ext cx="5354280" cy="39772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spcBef>
                <a:spcPts val="1417"/>
              </a:spcBef>
              <a:buNone/>
            </a:pPr>
            <a:endParaRPr b="0" lang="en-US" sz="3200" spc="-1" strike="noStrike">
              <a:solidFill>
                <a:schemeClr val="dk1"/>
              </a:solidFill>
              <a:latin typeface="Calibri"/>
            </a:endParaRPr>
          </a:p>
        </p:txBody>
      </p:sp>
      <p:sp>
        <p:nvSpPr>
          <p:cNvPr id="5" name="PlaceHolder 4"/>
          <p:cNvSpPr>
            <a:spLocks noGrp="1"/>
          </p:cNvSpPr>
          <p:nvPr>
            <p:ph type="ftr" idx="17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6" name="PlaceHolder 5"/>
          <p:cNvSpPr>
            <a:spLocks noGrp="1"/>
          </p:cNvSpPr>
          <p:nvPr>
            <p:ph type="sldNum" idx="18"/>
          </p:nvPr>
        </p:nvSpPr>
        <p:spPr/>
        <p:txBody>
          <a:bodyPr/>
          <a:p>
            <a:fld id="{82195A06-41D2-42D5-B70E-E3384BEEBFAE}" type="slidenum">
              <a:t>&lt;#&gt;</a:t>
            </a:fld>
          </a:p>
        </p:txBody>
      </p:sp>
      <p:sp>
        <p:nvSpPr>
          <p:cNvPr id="7" name="PlaceHolder 6"/>
          <p:cNvSpPr>
            <a:spLocks noGrp="1"/>
          </p:cNvSpPr>
          <p:nvPr>
            <p:ph type="dt" idx="16"/>
          </p:nvPr>
        </p:nvSpPr>
        <p:spPr/>
        <p:txBody>
          <a:bodyPr/>
          <a:p>
            <a:r>
              <a:rPr lang="ru-RU"/>
              <a:t/>
            </a:r>
          </a:p>
        </p:txBody>
      </p:sp>
    </p:spTree>
  </p:cSld>
</p:sldLayout>
</file>

<file path=ppt/slideLayouts/slideLayout7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laceHolder 1"/>
          <p:cNvSpPr>
            <a:spLocks noGrp="1"/>
          </p:cNvSpPr>
          <p:nvPr>
            <p:ph type="ftr" idx="20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3" name="PlaceHolder 2"/>
          <p:cNvSpPr>
            <a:spLocks noGrp="1"/>
          </p:cNvSpPr>
          <p:nvPr>
            <p:ph type="sldNum" idx="21"/>
          </p:nvPr>
        </p:nvSpPr>
        <p:spPr/>
        <p:txBody>
          <a:bodyPr/>
          <a:p>
            <a:fld id="{6B11EB3D-78AB-4717-B0EC-B2D45852BA8C}" type="slidenum">
              <a:t>&lt;#&gt;</a:t>
            </a:fld>
          </a:p>
        </p:txBody>
      </p:sp>
      <p:sp>
        <p:nvSpPr>
          <p:cNvPr id="4" name="PlaceHolder 3"/>
          <p:cNvSpPr>
            <a:spLocks noGrp="1"/>
          </p:cNvSpPr>
          <p:nvPr>
            <p:ph type="dt" idx="19"/>
          </p:nvPr>
        </p:nvSpPr>
        <p:spPr/>
        <p:txBody>
          <a:bodyPr/>
          <a:p>
            <a:r>
              <a:rPr lang="ru-RU"/>
              <a:t/>
            </a:r>
          </a:p>
        </p:txBody>
      </p:sp>
    </p:spTree>
  </p:cSld>
</p:sldLayout>
</file>

<file path=ppt/slideLayouts/slideLayout8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" name="PlaceHolder 1"/>
          <p:cNvSpPr>
            <a:spLocks noGrp="1"/>
          </p:cNvSpPr>
          <p:nvPr>
            <p:ph type="title"/>
          </p:nvPr>
        </p:nvSpPr>
        <p:spPr>
          <a:xfrm>
            <a:off x="609480" y="273600"/>
            <a:ext cx="10972080" cy="11448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>
              <a:buNone/>
            </a:pPr>
            <a:endParaRPr b="0" lang="en-US" sz="1800" spc="-1" strike="noStrike">
              <a:solidFill>
                <a:schemeClr val="dk1"/>
              </a:solidFill>
              <a:latin typeface="Calibri"/>
            </a:endParaRPr>
          </a:p>
        </p:txBody>
      </p:sp>
      <p:sp>
        <p:nvSpPr>
          <p:cNvPr id="3" name="PlaceHolder 2"/>
          <p:cNvSpPr>
            <a:spLocks noGrp="1"/>
          </p:cNvSpPr>
          <p:nvPr>
            <p:ph type="ftr" idx="23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4" name="PlaceHolder 3"/>
          <p:cNvSpPr>
            <a:spLocks noGrp="1"/>
          </p:cNvSpPr>
          <p:nvPr>
            <p:ph type="sldNum" idx="24"/>
          </p:nvPr>
        </p:nvSpPr>
        <p:spPr/>
        <p:txBody>
          <a:bodyPr/>
          <a:p>
            <a:fld id="{ED99863A-8CA8-439E-BA59-68B3FEB7FFBB}" type="slidenum">
              <a:t>&lt;#&gt;</a:t>
            </a:fld>
          </a:p>
        </p:txBody>
      </p:sp>
      <p:sp>
        <p:nvSpPr>
          <p:cNvPr id="5" name="PlaceHolder 4"/>
          <p:cNvSpPr>
            <a:spLocks noGrp="1"/>
          </p:cNvSpPr>
          <p:nvPr>
            <p:ph type="dt" idx="22"/>
          </p:nvPr>
        </p:nvSpPr>
        <p:spPr/>
        <p:txBody>
          <a:bodyPr/>
          <a:p>
            <a:r>
              <a:rPr lang="ru-RU"/>
              <a:t/>
            </a:r>
          </a:p>
        </p:txBody>
      </p:sp>
    </p:spTree>
  </p:cSld>
</p:sldLayout>
</file>

<file path=ppt/slideLayouts/slideLayout9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laceHolder 1"/>
          <p:cNvSpPr>
            <a:spLocks noGrp="1"/>
          </p:cNvSpPr>
          <p:nvPr>
            <p:ph type="ftr" idx="26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3" name="PlaceHolder 2"/>
          <p:cNvSpPr>
            <a:spLocks noGrp="1"/>
          </p:cNvSpPr>
          <p:nvPr>
            <p:ph type="sldNum" idx="27"/>
          </p:nvPr>
        </p:nvSpPr>
        <p:spPr/>
        <p:txBody>
          <a:bodyPr/>
          <a:p>
            <a:fld id="{D6B79BEE-2E5A-4E29-A691-0091DE5476FD}" type="slidenum">
              <a:t>&lt;#&gt;</a:t>
            </a:fld>
          </a:p>
        </p:txBody>
      </p:sp>
      <p:sp>
        <p:nvSpPr>
          <p:cNvPr id="4" name="PlaceHolder 3"/>
          <p:cNvSpPr>
            <a:spLocks noGrp="1"/>
          </p:cNvSpPr>
          <p:nvPr>
            <p:ph type="dt" idx="25"/>
          </p:nvPr>
        </p:nvSpPr>
        <p:spPr/>
        <p:txBody>
          <a:bodyPr/>
          <a:p>
            <a:r>
              <a:rPr lang="ru-RU"/>
              <a:t/>
            </a:r>
          </a:p>
        </p:txBody>
      </p:sp>
    </p:spTree>
  </p:cSld>
</p:sldLayout>
</file>

<file path=ppt/slideLayouts/slideLayout10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laceHolder 1"/>
          <p:cNvSpPr>
            <a:spLocks noGrp="1"/>
          </p:cNvSpPr>
          <p:nvPr>
            <p:ph type="ftr" idx="29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3" name="PlaceHolder 2"/>
          <p:cNvSpPr>
            <a:spLocks noGrp="1"/>
          </p:cNvSpPr>
          <p:nvPr>
            <p:ph type="sldNum" idx="30"/>
          </p:nvPr>
        </p:nvSpPr>
        <p:spPr/>
        <p:txBody>
          <a:bodyPr/>
          <a:p>
            <a:fld id="{6FF7B7DD-2978-4FEE-952D-21D9D483E113}" type="slidenum">
              <a:t>&lt;#&gt;</a:t>
            </a:fld>
          </a:p>
        </p:txBody>
      </p:sp>
      <p:sp>
        <p:nvSpPr>
          <p:cNvPr id="4" name="PlaceHolder 3"/>
          <p:cNvSpPr>
            <a:spLocks noGrp="1"/>
          </p:cNvSpPr>
          <p:nvPr>
            <p:ph type="dt" idx="28"/>
          </p:nvPr>
        </p:nvSpPr>
        <p:spPr/>
        <p:txBody>
          <a:bodyPr/>
          <a:p>
            <a:r>
              <a:rPr lang="ru-RU"/>
              <a:t/>
            </a:r>
          </a:p>
        </p:txBody>
      </p:sp>
    </p:spTree>
  </p:cSld>
</p:sldLayout>
</file>

<file path=ppt/slideLayouts/slideLayout11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laceHolder 1"/>
          <p:cNvSpPr>
            <a:spLocks noGrp="1"/>
          </p:cNvSpPr>
          <p:nvPr>
            <p:ph type="ftr" idx="32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3" name="PlaceHolder 2"/>
          <p:cNvSpPr>
            <a:spLocks noGrp="1"/>
          </p:cNvSpPr>
          <p:nvPr>
            <p:ph type="sldNum" idx="33"/>
          </p:nvPr>
        </p:nvSpPr>
        <p:spPr/>
        <p:txBody>
          <a:bodyPr/>
          <a:p>
            <a:fld id="{9CD8A627-5B8C-4694-9AAD-40AFC511694E}" type="slidenum">
              <a:t>&lt;#&gt;</a:t>
            </a:fld>
          </a:p>
        </p:txBody>
      </p:sp>
      <p:sp>
        <p:nvSpPr>
          <p:cNvPr id="4" name="PlaceHolder 3"/>
          <p:cNvSpPr>
            <a:spLocks noGrp="1"/>
          </p:cNvSpPr>
          <p:nvPr>
            <p:ph type="dt" idx="31"/>
          </p:nvPr>
        </p:nvSpPr>
        <p:spPr/>
        <p:txBody>
          <a:bodyPr/>
          <a:p>
            <a:r>
              <a:rPr lang="ru-RU"/>
              <a:t/>
            </a:r>
          </a:p>
        </p:txBody>
      </p:sp>
    </p:spTree>
  </p:cSld>
</p:sldLayout>
</file>

<file path=ppt/slideMasters/_rels/slideMaster1.xml.rels><?xml version="1.0" encoding="UTF-8"?>
<Relationships xmlns="http://schemas.openxmlformats.org/package/2006/relationships"><Relationship Id="rId1" Type="http://schemas.openxmlformats.org/officeDocument/2006/relationships/theme" Target="../theme/theme1.xml"/><Relationship Id="rId2" Type="http://schemas.openxmlformats.org/officeDocument/2006/relationships/slideLayout" Target="../slideLayouts/slideLayout1.xml"/>
</Relationships>
</file>

<file path=ppt/slideMasters/_rels/slideMaster2.xml.rels><?xml version="1.0" encoding="UTF-8"?>
<Relationships xmlns="http://schemas.openxmlformats.org/package/2006/relationships"><Relationship Id="rId1" Type="http://schemas.openxmlformats.org/officeDocument/2006/relationships/theme" Target="../theme/theme2.xml"/><Relationship Id="rId2" Type="http://schemas.openxmlformats.org/officeDocument/2006/relationships/slideLayout" Target="../slideLayouts/slideLayout2.xml"/>
</Relationships>
</file>

<file path=ppt/slideMasters/_rels/slideMaster3.xml.rels><?xml version="1.0" encoding="UTF-8"?>
<Relationships xmlns="http://schemas.openxmlformats.org/package/2006/relationships"><Relationship Id="rId1" Type="http://schemas.openxmlformats.org/officeDocument/2006/relationships/theme" Target="../theme/theme3.xml"/><Relationship Id="rId2" Type="http://schemas.openxmlformats.org/officeDocument/2006/relationships/slideLayout" Target="../slideLayouts/slideLayout3.xml"/>
</Relationships>
</file>

<file path=ppt/slideMasters/_rels/slideMaster4.xml.rels><?xml version="1.0" encoding="UTF-8"?>
<Relationships xmlns="http://schemas.openxmlformats.org/package/2006/relationships"><Relationship Id="rId1" Type="http://schemas.openxmlformats.org/officeDocument/2006/relationships/theme" Target="../theme/theme4.xml"/><Relationship Id="rId2" Type="http://schemas.openxmlformats.org/officeDocument/2006/relationships/slideLayout" Target="../slideLayouts/slideLayout4.xml"/>
</Relationships>
</file>

<file path=ppt/slideMasters/_rels/slideMaster5.xml.rels><?xml version="1.0" encoding="UTF-8"?>
<Relationships xmlns="http://schemas.openxmlformats.org/package/2006/relationships"><Relationship Id="rId1" Type="http://schemas.openxmlformats.org/officeDocument/2006/relationships/theme" Target="../theme/theme5.xml"/><Relationship Id="rId2" Type="http://schemas.openxmlformats.org/officeDocument/2006/relationships/slideLayout" Target="../slideLayouts/slideLayout5.xml"/>
</Relationships>
</file>

<file path=ppt/slideMasters/_rels/slideMaster6.xml.rels><?xml version="1.0" encoding="UTF-8"?>
<Relationships xmlns="http://schemas.openxmlformats.org/package/2006/relationships"><Relationship Id="rId1" Type="http://schemas.openxmlformats.org/officeDocument/2006/relationships/theme" Target="../theme/theme6.xml"/><Relationship Id="rId2" Type="http://schemas.openxmlformats.org/officeDocument/2006/relationships/slideLayout" Target="../slideLayouts/slideLayout6.xml"/>
</Relationships>
</file>

<file path=ppt/slideMasters/_rels/slideMaster7.xml.rels><?xml version="1.0" encoding="UTF-8"?>
<Relationships xmlns="http://schemas.openxmlformats.org/package/2006/relationships"><Relationship Id="rId1" Type="http://schemas.openxmlformats.org/officeDocument/2006/relationships/theme" Target="../theme/theme7.xml"/><Relationship Id="rId2" Type="http://schemas.openxmlformats.org/officeDocument/2006/relationships/slideLayout" Target="../slideLayouts/slideLayout7.xml"/>
</Relationships>
</file>

<file path=ppt/slideMasters/_rels/slideMaster8.xml.rels><?xml version="1.0" encoding="UTF-8"?>
<Relationships xmlns="http://schemas.openxmlformats.org/package/2006/relationships"><Relationship Id="rId1" Type="http://schemas.openxmlformats.org/officeDocument/2006/relationships/theme" Target="../theme/theme8.xml"/><Relationship Id="rId2" Type="http://schemas.openxmlformats.org/officeDocument/2006/relationships/slideLayout" Target="../slideLayouts/slideLayout8.xml"/>
</Relationships>
</file>

<file path=ppt/slideMasters/_rels/slideMaster9.xml.rels><?xml version="1.0" encoding="UTF-8"?>
<Relationships xmlns="http://schemas.openxmlformats.org/package/2006/relationships"><Relationship Id="rId1" Type="http://schemas.openxmlformats.org/officeDocument/2006/relationships/theme" Target="../theme/theme9.xml"/><Relationship Id="rId2" Type="http://schemas.openxmlformats.org/officeDocument/2006/relationships/slideLayout" Target="../slideLayouts/slideLayout9.xml"/>
</Relationships>
</file>

<file path=ppt/slideMasters/_rels/slideMaster10.xml.rels><?xml version="1.0" encoding="UTF-8"?>
<Relationships xmlns="http://schemas.openxmlformats.org/package/2006/relationships"><Relationship Id="rId1" Type="http://schemas.openxmlformats.org/officeDocument/2006/relationships/theme" Target="../theme/theme10.xml"/><Relationship Id="rId2" Type="http://schemas.openxmlformats.org/officeDocument/2006/relationships/slideLayout" Target="../slideLayouts/slideLayout10.xml"/>
</Relationships>
</file>

<file path=ppt/slideMasters/_rels/slideMaster11.xml.rels><?xml version="1.0" encoding="UTF-8"?>
<Relationships xmlns="http://schemas.openxmlformats.org/package/2006/relationships"><Relationship Id="rId1" Type="http://schemas.openxmlformats.org/officeDocument/2006/relationships/theme" Target="../theme/theme11.xml"/><Relationship Id="rId2" Type="http://schemas.openxmlformats.org/officeDocument/2006/relationships/slideLayout" Target="../slideLayouts/slideLayout11.xml"/>
</Relationships>
</file>

<file path=ppt/slideMasters/slideMaster1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0" name="PlaceHolder 1"/>
          <p:cNvSpPr>
            <a:spLocks noGrp="1"/>
          </p:cNvSpPr>
          <p:nvPr>
            <p:ph type="title"/>
          </p:nvPr>
        </p:nvSpPr>
        <p:spPr>
          <a:xfrm>
            <a:off x="685800" y="2130480"/>
            <a:ext cx="7772040" cy="146952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p>
            <a:pPr indent="0" algn="ctr" defTabSz="457200">
              <a:lnSpc>
                <a:spcPct val="100000"/>
              </a:lnSpc>
              <a:buNone/>
            </a:pPr>
            <a:r>
              <a:rPr b="0" lang="en-US" sz="4400" spc="-1" strike="noStrike">
                <a:solidFill>
                  <a:schemeClr val="dk1"/>
                </a:solidFill>
                <a:latin typeface="Calibri"/>
              </a:rPr>
              <a:t>Click to edit Master title style</a:t>
            </a:r>
            <a:endParaRPr b="0" lang="en-US" sz="4400" spc="-1" strike="noStrike">
              <a:solidFill>
                <a:schemeClr val="dk1"/>
              </a:solidFill>
              <a:latin typeface="Calibri"/>
            </a:endParaRPr>
          </a:p>
        </p:txBody>
      </p:sp>
      <p:sp>
        <p:nvSpPr>
          <p:cNvPr id="1" name="PlaceHolder 2"/>
          <p:cNvSpPr>
            <a:spLocks noGrp="1"/>
          </p:cNvSpPr>
          <p:nvPr>
            <p:ph type="dt" idx="1"/>
          </p:nvPr>
        </p:nvSpPr>
        <p:spPr>
          <a:xfrm>
            <a:off x="457200" y="6356520"/>
            <a:ext cx="213336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defTabSz="457200">
              <a:lnSpc>
                <a:spcPct val="100000"/>
              </a:lnSpc>
              <a:buNone/>
              <a:defRPr b="0" lang="en-US" sz="1200" spc="-1" strike="noStrike">
                <a:solidFill>
                  <a:schemeClr val="dk1">
                    <a:tint val="75000"/>
                  </a:schemeClr>
                </a:solidFill>
                <a:latin typeface="Calibri"/>
              </a:defRPr>
            </a:lvl1pPr>
          </a:lstStyle>
          <a:p>
            <a:pPr indent="0" defTabSz="457200">
              <a:lnSpc>
                <a:spcPct val="100000"/>
              </a:lnSpc>
              <a:buNone/>
            </a:pPr>
            <a:r>
              <a:rPr b="0" lang="en-US" sz="1200" spc="-1" strike="noStrike">
                <a:solidFill>
                  <a:schemeClr val="dk1">
                    <a:tint val="75000"/>
                  </a:schemeClr>
                </a:solidFill>
                <a:latin typeface="Calibri"/>
              </a:rPr>
              <a:t>&lt;дата/время&gt;</a:t>
            </a:r>
            <a:endParaRPr b="0" lang="ru-RU" sz="12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2" name="PlaceHolder 3"/>
          <p:cNvSpPr>
            <a:spLocks noGrp="1"/>
          </p:cNvSpPr>
          <p:nvPr>
            <p:ph type="ftr" idx="2"/>
          </p:nvPr>
        </p:nvSpPr>
        <p:spPr>
          <a:xfrm>
            <a:off x="3124080" y="6356520"/>
            <a:ext cx="289512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ctr">
              <a:buNone/>
              <a:defRPr b="0" lang="ru-RU" sz="1400" spc="-1" strike="noStrike">
                <a:solidFill>
                  <a:srgbClr val="000000"/>
                </a:solidFill>
                <a:latin typeface="Times New Roman"/>
              </a:defRPr>
            </a:lvl1pPr>
          </a:lstStyle>
          <a:p>
            <a:pPr indent="0" algn="ctr">
              <a:buNone/>
            </a:pPr>
            <a:r>
              <a:rPr b="0" lang="ru-RU" sz="1400" spc="-1" strike="noStrike">
                <a:solidFill>
                  <a:srgbClr val="000000"/>
                </a:solidFill>
                <a:latin typeface="Times New Roman"/>
              </a:rPr>
              <a:t>&lt;нижний колонтитул&gt;</a:t>
            </a:r>
            <a:endParaRPr b="0" lang="ru-RU" sz="1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3" name="PlaceHolder 4"/>
          <p:cNvSpPr>
            <a:spLocks noGrp="1"/>
          </p:cNvSpPr>
          <p:nvPr>
            <p:ph type="sldNum" idx="3"/>
          </p:nvPr>
        </p:nvSpPr>
        <p:spPr>
          <a:xfrm>
            <a:off x="6553080" y="6356520"/>
            <a:ext cx="213336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r" defTabSz="457200">
              <a:lnSpc>
                <a:spcPct val="100000"/>
              </a:lnSpc>
              <a:buNone/>
              <a:defRPr b="0" lang="en-US" sz="1200" spc="-1" strike="noStrike">
                <a:solidFill>
                  <a:schemeClr val="dk1">
                    <a:tint val="75000"/>
                  </a:schemeClr>
                </a:solidFill>
                <a:latin typeface="Calibri"/>
              </a:defRPr>
            </a:lvl1pPr>
          </a:lstStyle>
          <a:p>
            <a:pPr indent="0" algn="r" defTabSz="457200">
              <a:lnSpc>
                <a:spcPct val="100000"/>
              </a:lnSpc>
              <a:buNone/>
            </a:pPr>
            <a:fld id="{BB0F1065-223E-4368-ADEB-66DE1D3FA2CC}" type="slidenum">
              <a:rPr b="0" lang="en-US" sz="1200" spc="-1" strike="noStrike">
                <a:solidFill>
                  <a:schemeClr val="dk1">
                    <a:tint val="75000"/>
                  </a:schemeClr>
                </a:solidFill>
                <a:latin typeface="Calibri"/>
              </a:rPr>
              <a:t>&lt;номер&gt;</a:t>
            </a:fld>
            <a:endParaRPr b="0" lang="ru-RU" sz="1200" spc="-1" strike="noStrike">
              <a:solidFill>
                <a:srgbClr val="000000"/>
              </a:solidFill>
              <a:latin typeface="Times New Roman"/>
            </a:endParaRPr>
          </a:p>
        </p:txBody>
      </p:sp>
    </p:spTree>
  </p:cSld>
  <p:clrMap bg1="lt1" bg2="lt2" tx1="dk1" tx2="dk2" accent1="accent1" accent2="accent2" accent3="accent3" accent4="accent4" accent5="accent5" accent6="accent6" hlink="hlink" folHlink="folHlink"/>
  <p:sldLayoutIdLst>
    <p:sldLayoutId id="2147483649" r:id="rId2"/>
  </p:sldLayoutIdLst>
</p:sldMaster>
</file>

<file path=ppt/slideMasters/slideMaster2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PlaceHolder 1"/>
          <p:cNvSpPr>
            <a:spLocks noGrp="1"/>
          </p:cNvSpPr>
          <p:nvPr>
            <p:ph type="title"/>
          </p:nvPr>
        </p:nvSpPr>
        <p:spPr>
          <a:xfrm>
            <a:off x="457200" y="274680"/>
            <a:ext cx="8229240" cy="114264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p>
            <a:pPr indent="0" algn="ctr" defTabSz="457200">
              <a:lnSpc>
                <a:spcPct val="100000"/>
              </a:lnSpc>
              <a:buNone/>
            </a:pPr>
            <a:r>
              <a:rPr b="0" lang="en-US" sz="4400" spc="-1" strike="noStrike">
                <a:solidFill>
                  <a:schemeClr val="dk1"/>
                </a:solidFill>
                <a:latin typeface="Calibri"/>
              </a:rPr>
              <a:t>Click to edit Master title style</a:t>
            </a:r>
            <a:endParaRPr b="0" lang="en-US" sz="4400" spc="-1" strike="noStrike">
              <a:solidFill>
                <a:schemeClr val="dk1"/>
              </a:solidFill>
              <a:latin typeface="Calibri"/>
            </a:endParaRPr>
          </a:p>
        </p:txBody>
      </p:sp>
      <p:sp>
        <p:nvSpPr>
          <p:cNvPr id="7" name="PlaceHolder 2"/>
          <p:cNvSpPr>
            <a:spLocks noGrp="1"/>
          </p:cNvSpPr>
          <p:nvPr>
            <p:ph type="body"/>
          </p:nvPr>
        </p:nvSpPr>
        <p:spPr>
          <a:xfrm>
            <a:off x="457200" y="1600200"/>
            <a:ext cx="8229240" cy="452556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 vert="eaVert">
            <a:noAutofit/>
          </a:bodyPr>
          <a:p>
            <a:pPr marL="343080" indent="-343080" defTabSz="457200">
              <a:lnSpc>
                <a:spcPct val="100000"/>
              </a:lnSpc>
              <a:spcBef>
                <a:spcPts val="641"/>
              </a:spcBef>
              <a:buClr>
                <a:srgbClr val="000000"/>
              </a:buClr>
              <a:buFont typeface="Arial"/>
              <a:buChar char="•"/>
            </a:pPr>
            <a:r>
              <a:rPr b="0" lang="en-US" sz="3200" spc="-1" strike="noStrike">
                <a:solidFill>
                  <a:schemeClr val="dk1"/>
                </a:solidFill>
                <a:latin typeface="Calibri"/>
              </a:rPr>
              <a:t>Click to edit Master text styles</a:t>
            </a:r>
            <a:endParaRPr b="0" lang="en-US" sz="3200" spc="-1" strike="noStrike">
              <a:solidFill>
                <a:schemeClr val="dk1"/>
              </a:solidFill>
              <a:latin typeface="Calibri"/>
            </a:endParaRPr>
          </a:p>
          <a:p>
            <a:pPr lvl="1" marL="743040" indent="-285840" defTabSz="457200">
              <a:lnSpc>
                <a:spcPct val="100000"/>
              </a:lnSpc>
              <a:spcBef>
                <a:spcPts val="561"/>
              </a:spcBef>
              <a:buClr>
                <a:srgbClr val="000000"/>
              </a:buClr>
              <a:buFont typeface="Arial"/>
              <a:buChar char="–"/>
            </a:pPr>
            <a:r>
              <a:rPr b="0" lang="en-US" sz="2800" spc="-1" strike="noStrike">
                <a:solidFill>
                  <a:schemeClr val="dk1"/>
                </a:solidFill>
                <a:latin typeface="Calibri"/>
              </a:rPr>
              <a:t>Second level</a:t>
            </a:r>
            <a:endParaRPr b="0" lang="en-US" sz="2800" spc="-1" strike="noStrike">
              <a:solidFill>
                <a:schemeClr val="dk1"/>
              </a:solidFill>
              <a:latin typeface="Calibri"/>
            </a:endParaRPr>
          </a:p>
          <a:p>
            <a:pPr lvl="2" marL="1143000" indent="-228600" defTabSz="457200">
              <a:lnSpc>
                <a:spcPct val="100000"/>
              </a:lnSpc>
              <a:spcBef>
                <a:spcPts val="479"/>
              </a:spcBef>
              <a:buClr>
                <a:srgbClr val="000000"/>
              </a:buClr>
              <a:buFont typeface="Arial"/>
              <a:buChar char="•"/>
            </a:pPr>
            <a:r>
              <a:rPr b="0" lang="en-US" sz="2400" spc="-1" strike="noStrike">
                <a:solidFill>
                  <a:schemeClr val="dk1"/>
                </a:solidFill>
                <a:latin typeface="Calibri"/>
              </a:rPr>
              <a:t>Third level</a:t>
            </a:r>
            <a:endParaRPr b="0" lang="en-US" sz="2400" spc="-1" strike="noStrike">
              <a:solidFill>
                <a:schemeClr val="dk1"/>
              </a:solidFill>
              <a:latin typeface="Calibri"/>
            </a:endParaRPr>
          </a:p>
          <a:p>
            <a:pPr lvl="3" marL="1600200" indent="-228600" defTabSz="457200">
              <a:lnSpc>
                <a:spcPct val="100000"/>
              </a:lnSpc>
              <a:spcBef>
                <a:spcPts val="400"/>
              </a:spcBef>
              <a:buClr>
                <a:srgbClr val="000000"/>
              </a:buClr>
              <a:buFont typeface="Arial"/>
              <a:buChar char="–"/>
            </a:pPr>
            <a:r>
              <a:rPr b="0" lang="en-US" sz="2000" spc="-1" strike="noStrike">
                <a:solidFill>
                  <a:schemeClr val="dk1"/>
                </a:solidFill>
                <a:latin typeface="Calibri"/>
              </a:rPr>
              <a:t>Fourth level</a:t>
            </a:r>
            <a:endParaRPr b="0" lang="en-US" sz="2000" spc="-1" strike="noStrike">
              <a:solidFill>
                <a:schemeClr val="dk1"/>
              </a:solidFill>
              <a:latin typeface="Calibri"/>
            </a:endParaRPr>
          </a:p>
          <a:p>
            <a:pPr lvl="4" marL="2057400" indent="-228600" defTabSz="457200">
              <a:lnSpc>
                <a:spcPct val="100000"/>
              </a:lnSpc>
              <a:spcBef>
                <a:spcPts val="400"/>
              </a:spcBef>
              <a:buClr>
                <a:srgbClr val="000000"/>
              </a:buClr>
              <a:buFont typeface="Arial"/>
              <a:buChar char="»"/>
            </a:pPr>
            <a:r>
              <a:rPr b="0" lang="en-US" sz="2000" spc="-1" strike="noStrike">
                <a:solidFill>
                  <a:schemeClr val="dk1"/>
                </a:solidFill>
                <a:latin typeface="Calibri"/>
              </a:rPr>
              <a:t>Fifth level</a:t>
            </a:r>
            <a:endParaRPr b="0" lang="en-US" sz="2000" spc="-1" strike="noStrike">
              <a:solidFill>
                <a:schemeClr val="dk1"/>
              </a:solidFill>
              <a:latin typeface="Calibri"/>
            </a:endParaRPr>
          </a:p>
        </p:txBody>
      </p:sp>
      <p:sp>
        <p:nvSpPr>
          <p:cNvPr id="8" name="PlaceHolder 3"/>
          <p:cNvSpPr>
            <a:spLocks noGrp="1"/>
          </p:cNvSpPr>
          <p:nvPr>
            <p:ph type="dt" idx="4"/>
          </p:nvPr>
        </p:nvSpPr>
        <p:spPr>
          <a:xfrm>
            <a:off x="457200" y="6356520"/>
            <a:ext cx="213336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defTabSz="457200">
              <a:lnSpc>
                <a:spcPct val="100000"/>
              </a:lnSpc>
              <a:buNone/>
              <a:defRPr b="0" lang="en-US" sz="1200" spc="-1" strike="noStrike">
                <a:solidFill>
                  <a:schemeClr val="dk1">
                    <a:tint val="75000"/>
                  </a:schemeClr>
                </a:solidFill>
                <a:latin typeface="Calibri"/>
              </a:defRPr>
            </a:lvl1pPr>
          </a:lstStyle>
          <a:p>
            <a:pPr indent="0" defTabSz="457200">
              <a:lnSpc>
                <a:spcPct val="100000"/>
              </a:lnSpc>
              <a:buNone/>
            </a:pPr>
            <a:r>
              <a:rPr b="0" lang="en-US" sz="1200" spc="-1" strike="noStrike">
                <a:solidFill>
                  <a:schemeClr val="dk1">
                    <a:tint val="75000"/>
                  </a:schemeClr>
                </a:solidFill>
                <a:latin typeface="Calibri"/>
              </a:rPr>
              <a:t>&lt;дата/время&gt;</a:t>
            </a:r>
            <a:endParaRPr b="0" lang="ru-RU" sz="12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9" name="PlaceHolder 4"/>
          <p:cNvSpPr>
            <a:spLocks noGrp="1"/>
          </p:cNvSpPr>
          <p:nvPr>
            <p:ph type="ftr" idx="5"/>
          </p:nvPr>
        </p:nvSpPr>
        <p:spPr>
          <a:xfrm>
            <a:off x="3124080" y="6356520"/>
            <a:ext cx="289512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ctr">
              <a:buNone/>
              <a:defRPr b="0" lang="ru-RU" sz="1400" spc="-1" strike="noStrike">
                <a:solidFill>
                  <a:srgbClr val="000000"/>
                </a:solidFill>
                <a:latin typeface="Times New Roman"/>
              </a:defRPr>
            </a:lvl1pPr>
          </a:lstStyle>
          <a:p>
            <a:pPr indent="0" algn="ctr">
              <a:buNone/>
            </a:pPr>
            <a:r>
              <a:rPr b="0" lang="ru-RU" sz="1400" spc="-1" strike="noStrike">
                <a:solidFill>
                  <a:srgbClr val="000000"/>
                </a:solidFill>
                <a:latin typeface="Times New Roman"/>
              </a:rPr>
              <a:t>&lt;нижний колонтитул&gt;</a:t>
            </a:r>
            <a:endParaRPr b="0" lang="ru-RU" sz="1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10" name="PlaceHolder 5"/>
          <p:cNvSpPr>
            <a:spLocks noGrp="1"/>
          </p:cNvSpPr>
          <p:nvPr>
            <p:ph type="sldNum" idx="6"/>
          </p:nvPr>
        </p:nvSpPr>
        <p:spPr>
          <a:xfrm>
            <a:off x="6553080" y="6356520"/>
            <a:ext cx="213336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r" defTabSz="457200">
              <a:lnSpc>
                <a:spcPct val="100000"/>
              </a:lnSpc>
              <a:buNone/>
              <a:defRPr b="0" lang="en-US" sz="1200" spc="-1" strike="noStrike">
                <a:solidFill>
                  <a:schemeClr val="dk1">
                    <a:tint val="75000"/>
                  </a:schemeClr>
                </a:solidFill>
                <a:latin typeface="Calibri"/>
              </a:defRPr>
            </a:lvl1pPr>
          </a:lstStyle>
          <a:p>
            <a:pPr indent="0" algn="r" defTabSz="457200">
              <a:lnSpc>
                <a:spcPct val="100000"/>
              </a:lnSpc>
              <a:buNone/>
            </a:pPr>
            <a:fld id="{DD412FC9-D912-448F-B5DC-D1A17D9593A9}" type="slidenum">
              <a:rPr b="0" lang="en-US" sz="1200" spc="-1" strike="noStrike">
                <a:solidFill>
                  <a:schemeClr val="dk1">
                    <a:tint val="75000"/>
                  </a:schemeClr>
                </a:solidFill>
                <a:latin typeface="Calibri"/>
              </a:rPr>
              <a:t>&lt;номер&gt;</a:t>
            </a:fld>
            <a:endParaRPr b="0" lang="ru-RU" sz="1200" spc="-1" strike="noStrike">
              <a:solidFill>
                <a:srgbClr val="000000"/>
              </a:solidFill>
              <a:latin typeface="Times New Roman"/>
            </a:endParaRPr>
          </a:p>
        </p:txBody>
      </p:sp>
    </p:spTree>
  </p:cSld>
  <p:clrMap bg1="lt1" bg2="lt2" tx1="dk1" tx2="dk2" accent1="accent1" accent2="accent2" accent3="accent3" accent4="accent4" accent5="accent5" accent6="accent6" hlink="hlink" folHlink="folHlink"/>
  <p:sldLayoutIdLst>
    <p:sldLayoutId id="2147483651" r:id="rId2"/>
  </p:sldLayoutIdLst>
</p:sldMaster>
</file>

<file path=ppt/slideMasters/slideMaster3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PlaceHolder 1"/>
          <p:cNvSpPr>
            <a:spLocks noGrp="1"/>
          </p:cNvSpPr>
          <p:nvPr>
            <p:ph type="title"/>
          </p:nvPr>
        </p:nvSpPr>
        <p:spPr>
          <a:xfrm>
            <a:off x="6629400" y="274680"/>
            <a:ext cx="2057040" cy="58510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 vert="eaVert">
            <a:noAutofit/>
          </a:bodyPr>
          <a:p>
            <a:pPr indent="0" algn="ctr" defTabSz="457200">
              <a:lnSpc>
                <a:spcPct val="100000"/>
              </a:lnSpc>
              <a:buNone/>
            </a:pPr>
            <a:r>
              <a:rPr b="0" lang="en-US" sz="4400" spc="-1" strike="noStrike">
                <a:solidFill>
                  <a:schemeClr val="dk1"/>
                </a:solidFill>
                <a:latin typeface="Calibri"/>
              </a:rPr>
              <a:t>Click to edit Master title style</a:t>
            </a:r>
            <a:endParaRPr b="0" lang="en-US" sz="4400" spc="-1" strike="noStrike">
              <a:solidFill>
                <a:schemeClr val="dk1"/>
              </a:solidFill>
              <a:latin typeface="Calibri"/>
            </a:endParaRPr>
          </a:p>
        </p:txBody>
      </p:sp>
      <p:sp>
        <p:nvSpPr>
          <p:cNvPr id="12" name="PlaceHolder 2"/>
          <p:cNvSpPr>
            <a:spLocks noGrp="1"/>
          </p:cNvSpPr>
          <p:nvPr>
            <p:ph type="body"/>
          </p:nvPr>
        </p:nvSpPr>
        <p:spPr>
          <a:xfrm>
            <a:off x="457200" y="274680"/>
            <a:ext cx="6019560" cy="58510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 vert="eaVert">
            <a:noAutofit/>
          </a:bodyPr>
          <a:p>
            <a:pPr marL="343080" indent="-343080" defTabSz="457200">
              <a:lnSpc>
                <a:spcPct val="100000"/>
              </a:lnSpc>
              <a:spcBef>
                <a:spcPts val="641"/>
              </a:spcBef>
              <a:buClr>
                <a:srgbClr val="000000"/>
              </a:buClr>
              <a:buFont typeface="Arial"/>
              <a:buChar char="•"/>
            </a:pPr>
            <a:r>
              <a:rPr b="0" lang="en-US" sz="3200" spc="-1" strike="noStrike">
                <a:solidFill>
                  <a:schemeClr val="dk1"/>
                </a:solidFill>
                <a:latin typeface="Calibri"/>
              </a:rPr>
              <a:t>Click to edit Master text styles</a:t>
            </a:r>
            <a:endParaRPr b="0" lang="en-US" sz="3200" spc="-1" strike="noStrike">
              <a:solidFill>
                <a:schemeClr val="dk1"/>
              </a:solidFill>
              <a:latin typeface="Calibri"/>
            </a:endParaRPr>
          </a:p>
          <a:p>
            <a:pPr lvl="1" marL="743040" indent="-285840" defTabSz="457200">
              <a:lnSpc>
                <a:spcPct val="100000"/>
              </a:lnSpc>
              <a:spcBef>
                <a:spcPts val="561"/>
              </a:spcBef>
              <a:buClr>
                <a:srgbClr val="000000"/>
              </a:buClr>
              <a:buFont typeface="Arial"/>
              <a:buChar char="–"/>
            </a:pPr>
            <a:r>
              <a:rPr b="0" lang="en-US" sz="2800" spc="-1" strike="noStrike">
                <a:solidFill>
                  <a:schemeClr val="dk1"/>
                </a:solidFill>
                <a:latin typeface="Calibri"/>
              </a:rPr>
              <a:t>Second level</a:t>
            </a:r>
            <a:endParaRPr b="0" lang="en-US" sz="2800" spc="-1" strike="noStrike">
              <a:solidFill>
                <a:schemeClr val="dk1"/>
              </a:solidFill>
              <a:latin typeface="Calibri"/>
            </a:endParaRPr>
          </a:p>
          <a:p>
            <a:pPr lvl="2" marL="1143000" indent="-228600" defTabSz="457200">
              <a:lnSpc>
                <a:spcPct val="100000"/>
              </a:lnSpc>
              <a:spcBef>
                <a:spcPts val="479"/>
              </a:spcBef>
              <a:buClr>
                <a:srgbClr val="000000"/>
              </a:buClr>
              <a:buFont typeface="Arial"/>
              <a:buChar char="•"/>
            </a:pPr>
            <a:r>
              <a:rPr b="0" lang="en-US" sz="2400" spc="-1" strike="noStrike">
                <a:solidFill>
                  <a:schemeClr val="dk1"/>
                </a:solidFill>
                <a:latin typeface="Calibri"/>
              </a:rPr>
              <a:t>Third level</a:t>
            </a:r>
            <a:endParaRPr b="0" lang="en-US" sz="2400" spc="-1" strike="noStrike">
              <a:solidFill>
                <a:schemeClr val="dk1"/>
              </a:solidFill>
              <a:latin typeface="Calibri"/>
            </a:endParaRPr>
          </a:p>
          <a:p>
            <a:pPr lvl="3" marL="1600200" indent="-228600" defTabSz="457200">
              <a:lnSpc>
                <a:spcPct val="100000"/>
              </a:lnSpc>
              <a:spcBef>
                <a:spcPts val="400"/>
              </a:spcBef>
              <a:buClr>
                <a:srgbClr val="000000"/>
              </a:buClr>
              <a:buFont typeface="Arial"/>
              <a:buChar char="–"/>
            </a:pPr>
            <a:r>
              <a:rPr b="0" lang="en-US" sz="2000" spc="-1" strike="noStrike">
                <a:solidFill>
                  <a:schemeClr val="dk1"/>
                </a:solidFill>
                <a:latin typeface="Calibri"/>
              </a:rPr>
              <a:t>Fourth level</a:t>
            </a:r>
            <a:endParaRPr b="0" lang="en-US" sz="2000" spc="-1" strike="noStrike">
              <a:solidFill>
                <a:schemeClr val="dk1"/>
              </a:solidFill>
              <a:latin typeface="Calibri"/>
            </a:endParaRPr>
          </a:p>
          <a:p>
            <a:pPr lvl="4" marL="2057400" indent="-228600" defTabSz="457200">
              <a:lnSpc>
                <a:spcPct val="100000"/>
              </a:lnSpc>
              <a:spcBef>
                <a:spcPts val="400"/>
              </a:spcBef>
              <a:buClr>
                <a:srgbClr val="000000"/>
              </a:buClr>
              <a:buFont typeface="Arial"/>
              <a:buChar char="»"/>
            </a:pPr>
            <a:r>
              <a:rPr b="0" lang="en-US" sz="2000" spc="-1" strike="noStrike">
                <a:solidFill>
                  <a:schemeClr val="dk1"/>
                </a:solidFill>
                <a:latin typeface="Calibri"/>
              </a:rPr>
              <a:t>Fifth level</a:t>
            </a:r>
            <a:endParaRPr b="0" lang="en-US" sz="2000" spc="-1" strike="noStrike">
              <a:solidFill>
                <a:schemeClr val="dk1"/>
              </a:solidFill>
              <a:latin typeface="Calibri"/>
            </a:endParaRPr>
          </a:p>
        </p:txBody>
      </p:sp>
      <p:sp>
        <p:nvSpPr>
          <p:cNvPr id="13" name="PlaceHolder 3"/>
          <p:cNvSpPr>
            <a:spLocks noGrp="1"/>
          </p:cNvSpPr>
          <p:nvPr>
            <p:ph type="dt" idx="7"/>
          </p:nvPr>
        </p:nvSpPr>
        <p:spPr>
          <a:xfrm>
            <a:off x="457200" y="6356520"/>
            <a:ext cx="213336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defTabSz="457200">
              <a:lnSpc>
                <a:spcPct val="100000"/>
              </a:lnSpc>
              <a:buNone/>
              <a:defRPr b="0" lang="en-US" sz="1200" spc="-1" strike="noStrike">
                <a:solidFill>
                  <a:schemeClr val="dk1">
                    <a:tint val="75000"/>
                  </a:schemeClr>
                </a:solidFill>
                <a:latin typeface="Calibri"/>
              </a:defRPr>
            </a:lvl1pPr>
          </a:lstStyle>
          <a:p>
            <a:pPr indent="0" defTabSz="457200">
              <a:lnSpc>
                <a:spcPct val="100000"/>
              </a:lnSpc>
              <a:buNone/>
            </a:pPr>
            <a:r>
              <a:rPr b="0" lang="en-US" sz="1200" spc="-1" strike="noStrike">
                <a:solidFill>
                  <a:schemeClr val="dk1">
                    <a:tint val="75000"/>
                  </a:schemeClr>
                </a:solidFill>
                <a:latin typeface="Calibri"/>
              </a:rPr>
              <a:t>&lt;дата/время&gt;</a:t>
            </a:r>
            <a:endParaRPr b="0" lang="ru-RU" sz="12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14" name="PlaceHolder 4"/>
          <p:cNvSpPr>
            <a:spLocks noGrp="1"/>
          </p:cNvSpPr>
          <p:nvPr>
            <p:ph type="ftr" idx="8"/>
          </p:nvPr>
        </p:nvSpPr>
        <p:spPr>
          <a:xfrm>
            <a:off x="3124080" y="6356520"/>
            <a:ext cx="289512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ctr">
              <a:buNone/>
              <a:defRPr b="0" lang="ru-RU" sz="1400" spc="-1" strike="noStrike">
                <a:solidFill>
                  <a:srgbClr val="000000"/>
                </a:solidFill>
                <a:latin typeface="Times New Roman"/>
              </a:defRPr>
            </a:lvl1pPr>
          </a:lstStyle>
          <a:p>
            <a:pPr indent="0" algn="ctr">
              <a:buNone/>
            </a:pPr>
            <a:r>
              <a:rPr b="0" lang="ru-RU" sz="1400" spc="-1" strike="noStrike">
                <a:solidFill>
                  <a:srgbClr val="000000"/>
                </a:solidFill>
                <a:latin typeface="Times New Roman"/>
              </a:rPr>
              <a:t>&lt;нижний колонтитул&gt;</a:t>
            </a:r>
            <a:endParaRPr b="0" lang="ru-RU" sz="1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15" name="PlaceHolder 5"/>
          <p:cNvSpPr>
            <a:spLocks noGrp="1"/>
          </p:cNvSpPr>
          <p:nvPr>
            <p:ph type="sldNum" idx="9"/>
          </p:nvPr>
        </p:nvSpPr>
        <p:spPr>
          <a:xfrm>
            <a:off x="6553080" y="6356520"/>
            <a:ext cx="213336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r" defTabSz="457200">
              <a:lnSpc>
                <a:spcPct val="100000"/>
              </a:lnSpc>
              <a:buNone/>
              <a:defRPr b="0" lang="en-US" sz="1200" spc="-1" strike="noStrike">
                <a:solidFill>
                  <a:schemeClr val="dk1">
                    <a:tint val="75000"/>
                  </a:schemeClr>
                </a:solidFill>
                <a:latin typeface="Calibri"/>
              </a:defRPr>
            </a:lvl1pPr>
          </a:lstStyle>
          <a:p>
            <a:pPr indent="0" algn="r" defTabSz="457200">
              <a:lnSpc>
                <a:spcPct val="100000"/>
              </a:lnSpc>
              <a:buNone/>
            </a:pPr>
            <a:fld id="{0C98134F-1FCE-49CD-A93A-C158218CA2E4}" type="slidenum">
              <a:rPr b="0" lang="en-US" sz="1200" spc="-1" strike="noStrike">
                <a:solidFill>
                  <a:schemeClr val="dk1">
                    <a:tint val="75000"/>
                  </a:schemeClr>
                </a:solidFill>
                <a:latin typeface="Calibri"/>
              </a:rPr>
              <a:t>&lt;номер&gt;</a:t>
            </a:fld>
            <a:endParaRPr b="0" lang="ru-RU" sz="1200" spc="-1" strike="noStrike">
              <a:solidFill>
                <a:srgbClr val="000000"/>
              </a:solidFill>
              <a:latin typeface="Times New Roman"/>
            </a:endParaRPr>
          </a:p>
        </p:txBody>
      </p:sp>
    </p:spTree>
  </p:cSld>
  <p:clrMap bg1="lt1" bg2="lt2" tx1="dk1" tx2="dk2" accent1="accent1" accent2="accent2" accent3="accent3" accent4="accent4" accent5="accent5" accent6="accent6" hlink="hlink" folHlink="folHlink"/>
  <p:sldLayoutIdLst>
    <p:sldLayoutId id="2147483653" r:id="rId2"/>
  </p:sldLayoutIdLst>
</p:sldMaster>
</file>

<file path=ppt/slideMasters/slideMaster4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PlaceHolder 1"/>
          <p:cNvSpPr>
            <a:spLocks noGrp="1"/>
          </p:cNvSpPr>
          <p:nvPr>
            <p:ph type="title"/>
          </p:nvPr>
        </p:nvSpPr>
        <p:spPr>
          <a:xfrm>
            <a:off x="457200" y="274680"/>
            <a:ext cx="8229240" cy="114264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p>
            <a:pPr indent="0" algn="ctr" defTabSz="457200">
              <a:lnSpc>
                <a:spcPct val="100000"/>
              </a:lnSpc>
              <a:buNone/>
            </a:pPr>
            <a:r>
              <a:rPr b="0" lang="en-US" sz="4400" spc="-1" strike="noStrike">
                <a:solidFill>
                  <a:schemeClr val="dk1"/>
                </a:solidFill>
                <a:latin typeface="Calibri"/>
              </a:rPr>
              <a:t>Click to edit Master title style</a:t>
            </a:r>
            <a:endParaRPr b="0" lang="en-US" sz="4400" spc="-1" strike="noStrike">
              <a:solidFill>
                <a:schemeClr val="dk1"/>
              </a:solidFill>
              <a:latin typeface="Calibri"/>
            </a:endParaRPr>
          </a:p>
        </p:txBody>
      </p:sp>
      <p:sp>
        <p:nvSpPr>
          <p:cNvPr id="17" name="PlaceHolder 2"/>
          <p:cNvSpPr>
            <a:spLocks noGrp="1"/>
          </p:cNvSpPr>
          <p:nvPr>
            <p:ph type="body"/>
          </p:nvPr>
        </p:nvSpPr>
        <p:spPr>
          <a:xfrm>
            <a:off x="457200" y="1600200"/>
            <a:ext cx="8229240" cy="452556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marL="343080" indent="-343080" defTabSz="457200">
              <a:lnSpc>
                <a:spcPct val="100000"/>
              </a:lnSpc>
              <a:spcBef>
                <a:spcPts val="641"/>
              </a:spcBef>
              <a:buClr>
                <a:srgbClr val="000000"/>
              </a:buClr>
              <a:buFont typeface="Arial"/>
              <a:buChar char="•"/>
            </a:pPr>
            <a:r>
              <a:rPr b="0" lang="en-US" sz="3200" spc="-1" strike="noStrike">
                <a:solidFill>
                  <a:schemeClr val="dk1"/>
                </a:solidFill>
                <a:latin typeface="Calibri"/>
              </a:rPr>
              <a:t>Click to edit Master text styles</a:t>
            </a:r>
            <a:endParaRPr b="0" lang="en-US" sz="3200" spc="-1" strike="noStrike">
              <a:solidFill>
                <a:schemeClr val="dk1"/>
              </a:solidFill>
              <a:latin typeface="Calibri"/>
            </a:endParaRPr>
          </a:p>
          <a:p>
            <a:pPr lvl="1" marL="743040" indent="-285840" defTabSz="457200">
              <a:lnSpc>
                <a:spcPct val="100000"/>
              </a:lnSpc>
              <a:spcBef>
                <a:spcPts val="561"/>
              </a:spcBef>
              <a:buClr>
                <a:srgbClr val="000000"/>
              </a:buClr>
              <a:buFont typeface="Arial"/>
              <a:buChar char="–"/>
            </a:pPr>
            <a:r>
              <a:rPr b="0" lang="en-US" sz="2800" spc="-1" strike="noStrike">
                <a:solidFill>
                  <a:schemeClr val="dk1"/>
                </a:solidFill>
                <a:latin typeface="Calibri"/>
              </a:rPr>
              <a:t>Second level</a:t>
            </a:r>
            <a:endParaRPr b="0" lang="en-US" sz="2800" spc="-1" strike="noStrike">
              <a:solidFill>
                <a:schemeClr val="dk1"/>
              </a:solidFill>
              <a:latin typeface="Calibri"/>
            </a:endParaRPr>
          </a:p>
          <a:p>
            <a:pPr lvl="2" marL="1143000" indent="-228600" defTabSz="457200">
              <a:lnSpc>
                <a:spcPct val="100000"/>
              </a:lnSpc>
              <a:spcBef>
                <a:spcPts val="479"/>
              </a:spcBef>
              <a:buClr>
                <a:srgbClr val="000000"/>
              </a:buClr>
              <a:buFont typeface="Arial"/>
              <a:buChar char="•"/>
            </a:pPr>
            <a:r>
              <a:rPr b="0" lang="en-US" sz="2400" spc="-1" strike="noStrike">
                <a:solidFill>
                  <a:schemeClr val="dk1"/>
                </a:solidFill>
                <a:latin typeface="Calibri"/>
              </a:rPr>
              <a:t>Third level</a:t>
            </a:r>
            <a:endParaRPr b="0" lang="en-US" sz="2400" spc="-1" strike="noStrike">
              <a:solidFill>
                <a:schemeClr val="dk1"/>
              </a:solidFill>
              <a:latin typeface="Calibri"/>
            </a:endParaRPr>
          </a:p>
          <a:p>
            <a:pPr lvl="3" marL="1600200" indent="-228600" defTabSz="457200">
              <a:lnSpc>
                <a:spcPct val="100000"/>
              </a:lnSpc>
              <a:spcBef>
                <a:spcPts val="400"/>
              </a:spcBef>
              <a:buClr>
                <a:srgbClr val="000000"/>
              </a:buClr>
              <a:buFont typeface="Arial"/>
              <a:buChar char="–"/>
            </a:pPr>
            <a:r>
              <a:rPr b="0" lang="en-US" sz="2000" spc="-1" strike="noStrike">
                <a:solidFill>
                  <a:schemeClr val="dk1"/>
                </a:solidFill>
                <a:latin typeface="Calibri"/>
              </a:rPr>
              <a:t>Fourth level</a:t>
            </a:r>
            <a:endParaRPr b="0" lang="en-US" sz="2000" spc="-1" strike="noStrike">
              <a:solidFill>
                <a:schemeClr val="dk1"/>
              </a:solidFill>
              <a:latin typeface="Calibri"/>
            </a:endParaRPr>
          </a:p>
          <a:p>
            <a:pPr lvl="4" marL="2057400" indent="-228600" defTabSz="457200">
              <a:lnSpc>
                <a:spcPct val="100000"/>
              </a:lnSpc>
              <a:spcBef>
                <a:spcPts val="400"/>
              </a:spcBef>
              <a:buClr>
                <a:srgbClr val="000000"/>
              </a:buClr>
              <a:buFont typeface="Arial"/>
              <a:buChar char="»"/>
            </a:pPr>
            <a:r>
              <a:rPr b="0" lang="en-US" sz="2000" spc="-1" strike="noStrike">
                <a:solidFill>
                  <a:schemeClr val="dk1"/>
                </a:solidFill>
                <a:latin typeface="Calibri"/>
              </a:rPr>
              <a:t>Fifth level</a:t>
            </a:r>
            <a:endParaRPr b="0" lang="en-US" sz="2000" spc="-1" strike="noStrike">
              <a:solidFill>
                <a:schemeClr val="dk1"/>
              </a:solidFill>
              <a:latin typeface="Calibri"/>
            </a:endParaRPr>
          </a:p>
        </p:txBody>
      </p:sp>
      <p:sp>
        <p:nvSpPr>
          <p:cNvPr id="18" name="PlaceHolder 3"/>
          <p:cNvSpPr>
            <a:spLocks noGrp="1"/>
          </p:cNvSpPr>
          <p:nvPr>
            <p:ph type="dt" idx="10"/>
          </p:nvPr>
        </p:nvSpPr>
        <p:spPr>
          <a:xfrm>
            <a:off x="457200" y="6356520"/>
            <a:ext cx="213336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defTabSz="457200">
              <a:lnSpc>
                <a:spcPct val="100000"/>
              </a:lnSpc>
              <a:buNone/>
              <a:defRPr b="0" lang="en-US" sz="1200" spc="-1" strike="noStrike">
                <a:solidFill>
                  <a:schemeClr val="dk1">
                    <a:tint val="75000"/>
                  </a:schemeClr>
                </a:solidFill>
                <a:latin typeface="Calibri"/>
              </a:defRPr>
            </a:lvl1pPr>
          </a:lstStyle>
          <a:p>
            <a:pPr indent="0" defTabSz="457200">
              <a:lnSpc>
                <a:spcPct val="100000"/>
              </a:lnSpc>
              <a:buNone/>
            </a:pPr>
            <a:r>
              <a:rPr b="0" lang="en-US" sz="1200" spc="-1" strike="noStrike">
                <a:solidFill>
                  <a:schemeClr val="dk1">
                    <a:tint val="75000"/>
                  </a:schemeClr>
                </a:solidFill>
                <a:latin typeface="Calibri"/>
              </a:rPr>
              <a:t>&lt;дата/время&gt;</a:t>
            </a:r>
            <a:endParaRPr b="0" lang="ru-RU" sz="12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19" name="PlaceHolder 4"/>
          <p:cNvSpPr>
            <a:spLocks noGrp="1"/>
          </p:cNvSpPr>
          <p:nvPr>
            <p:ph type="ftr" idx="11"/>
          </p:nvPr>
        </p:nvSpPr>
        <p:spPr>
          <a:xfrm>
            <a:off x="3124080" y="6356520"/>
            <a:ext cx="289512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ctr">
              <a:buNone/>
              <a:defRPr b="0" lang="ru-RU" sz="1400" spc="-1" strike="noStrike">
                <a:solidFill>
                  <a:srgbClr val="000000"/>
                </a:solidFill>
                <a:latin typeface="Times New Roman"/>
              </a:defRPr>
            </a:lvl1pPr>
          </a:lstStyle>
          <a:p>
            <a:pPr indent="0" algn="ctr">
              <a:buNone/>
            </a:pPr>
            <a:r>
              <a:rPr b="0" lang="ru-RU" sz="1400" spc="-1" strike="noStrike">
                <a:solidFill>
                  <a:srgbClr val="000000"/>
                </a:solidFill>
                <a:latin typeface="Times New Roman"/>
              </a:rPr>
              <a:t>&lt;нижний колонтитул&gt;</a:t>
            </a:r>
            <a:endParaRPr b="0" lang="ru-RU" sz="1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20" name="PlaceHolder 5"/>
          <p:cNvSpPr>
            <a:spLocks noGrp="1"/>
          </p:cNvSpPr>
          <p:nvPr>
            <p:ph type="sldNum" idx="12"/>
          </p:nvPr>
        </p:nvSpPr>
        <p:spPr>
          <a:xfrm>
            <a:off x="6553080" y="6356520"/>
            <a:ext cx="213336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r" defTabSz="457200">
              <a:lnSpc>
                <a:spcPct val="100000"/>
              </a:lnSpc>
              <a:buNone/>
              <a:defRPr b="0" lang="en-US" sz="1200" spc="-1" strike="noStrike">
                <a:solidFill>
                  <a:schemeClr val="dk1">
                    <a:tint val="75000"/>
                  </a:schemeClr>
                </a:solidFill>
                <a:latin typeface="Calibri"/>
              </a:defRPr>
            </a:lvl1pPr>
          </a:lstStyle>
          <a:p>
            <a:pPr indent="0" algn="r" defTabSz="457200">
              <a:lnSpc>
                <a:spcPct val="100000"/>
              </a:lnSpc>
              <a:buNone/>
            </a:pPr>
            <a:fld id="{BDE32798-AB5D-44AA-A623-35072A166468}" type="slidenum">
              <a:rPr b="0" lang="en-US" sz="1200" spc="-1" strike="noStrike">
                <a:solidFill>
                  <a:schemeClr val="dk1">
                    <a:tint val="75000"/>
                  </a:schemeClr>
                </a:solidFill>
                <a:latin typeface="Calibri"/>
              </a:rPr>
              <a:t>&lt;номер&gt;</a:t>
            </a:fld>
            <a:endParaRPr b="0" lang="ru-RU" sz="1200" spc="-1" strike="noStrike">
              <a:solidFill>
                <a:srgbClr val="000000"/>
              </a:solidFill>
              <a:latin typeface="Times New Roman"/>
            </a:endParaRPr>
          </a:p>
        </p:txBody>
      </p:sp>
    </p:spTree>
  </p:cSld>
  <p:clrMap bg1="lt1" bg2="lt2" tx1="dk1" tx2="dk2" accent1="accent1" accent2="accent2" accent3="accent3" accent4="accent4" accent5="accent5" accent6="accent6" hlink="hlink" folHlink="folHlink"/>
  <p:sldLayoutIdLst>
    <p:sldLayoutId id="2147483655" r:id="rId2"/>
  </p:sldLayoutIdLst>
</p:sldMaster>
</file>

<file path=ppt/slideMasters/slideMaster5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" name="PlaceHolder 1"/>
          <p:cNvSpPr>
            <a:spLocks noGrp="1"/>
          </p:cNvSpPr>
          <p:nvPr>
            <p:ph type="title"/>
          </p:nvPr>
        </p:nvSpPr>
        <p:spPr>
          <a:xfrm>
            <a:off x="722160" y="4406760"/>
            <a:ext cx="7772040" cy="13618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indent="0" defTabSz="457200">
              <a:lnSpc>
                <a:spcPct val="100000"/>
              </a:lnSpc>
              <a:buNone/>
            </a:pPr>
            <a:r>
              <a:rPr b="1" lang="en-US" sz="4000" spc="-1" strike="noStrike" cap="all">
                <a:solidFill>
                  <a:schemeClr val="dk1"/>
                </a:solidFill>
                <a:latin typeface="Calibri"/>
              </a:rPr>
              <a:t>Click to edit Master title style</a:t>
            </a:r>
            <a:endParaRPr b="0" lang="en-US" sz="4000" spc="-1" strike="noStrike">
              <a:solidFill>
                <a:schemeClr val="dk1"/>
              </a:solidFill>
              <a:latin typeface="Calibri"/>
            </a:endParaRPr>
          </a:p>
        </p:txBody>
      </p:sp>
      <p:sp>
        <p:nvSpPr>
          <p:cNvPr id="24" name="PlaceHolder 2"/>
          <p:cNvSpPr>
            <a:spLocks noGrp="1"/>
          </p:cNvSpPr>
          <p:nvPr>
            <p:ph type="body"/>
          </p:nvPr>
        </p:nvSpPr>
        <p:spPr>
          <a:xfrm>
            <a:off x="722160" y="2906640"/>
            <a:ext cx="7772040" cy="149976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b">
            <a:noAutofit/>
          </a:bodyPr>
          <a:p>
            <a:pPr indent="0" defTabSz="457200">
              <a:lnSpc>
                <a:spcPct val="100000"/>
              </a:lnSpc>
              <a:spcBef>
                <a:spcPts val="400"/>
              </a:spcBef>
              <a:buNone/>
              <a:tabLst>
                <a:tab algn="l" pos="0"/>
              </a:tabLst>
            </a:pPr>
            <a:r>
              <a:rPr b="0" lang="en-US" sz="2000" spc="-1" strike="noStrike">
                <a:solidFill>
                  <a:schemeClr val="dk1">
                    <a:tint val="75000"/>
                  </a:schemeClr>
                </a:solidFill>
                <a:latin typeface="Calibri"/>
              </a:rPr>
              <a:t>Click to edit Master text styles</a:t>
            </a:r>
            <a:endParaRPr b="0" lang="en-US" sz="2000" spc="-1" strike="noStrike">
              <a:solidFill>
                <a:schemeClr val="dk1"/>
              </a:solidFill>
              <a:latin typeface="Calibri"/>
            </a:endParaRPr>
          </a:p>
        </p:txBody>
      </p:sp>
      <p:sp>
        <p:nvSpPr>
          <p:cNvPr id="25" name="PlaceHolder 3"/>
          <p:cNvSpPr>
            <a:spLocks noGrp="1"/>
          </p:cNvSpPr>
          <p:nvPr>
            <p:ph type="dt" idx="13"/>
          </p:nvPr>
        </p:nvSpPr>
        <p:spPr>
          <a:xfrm>
            <a:off x="457200" y="6356520"/>
            <a:ext cx="213336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defTabSz="457200">
              <a:lnSpc>
                <a:spcPct val="100000"/>
              </a:lnSpc>
              <a:buNone/>
              <a:defRPr b="0" lang="en-US" sz="1200" spc="-1" strike="noStrike">
                <a:solidFill>
                  <a:schemeClr val="dk1">
                    <a:tint val="75000"/>
                  </a:schemeClr>
                </a:solidFill>
                <a:latin typeface="Calibri"/>
              </a:defRPr>
            </a:lvl1pPr>
          </a:lstStyle>
          <a:p>
            <a:pPr indent="0" defTabSz="457200">
              <a:lnSpc>
                <a:spcPct val="100000"/>
              </a:lnSpc>
              <a:buNone/>
            </a:pPr>
            <a:r>
              <a:rPr b="0" lang="en-US" sz="1200" spc="-1" strike="noStrike">
                <a:solidFill>
                  <a:schemeClr val="dk1">
                    <a:tint val="75000"/>
                  </a:schemeClr>
                </a:solidFill>
                <a:latin typeface="Calibri"/>
              </a:rPr>
              <a:t>&lt;дата/время&gt;</a:t>
            </a:r>
            <a:endParaRPr b="0" lang="ru-RU" sz="12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26" name="PlaceHolder 4"/>
          <p:cNvSpPr>
            <a:spLocks noGrp="1"/>
          </p:cNvSpPr>
          <p:nvPr>
            <p:ph type="ftr" idx="14"/>
          </p:nvPr>
        </p:nvSpPr>
        <p:spPr>
          <a:xfrm>
            <a:off x="3124080" y="6356520"/>
            <a:ext cx="289512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ctr">
              <a:buNone/>
              <a:defRPr b="0" lang="ru-RU" sz="1400" spc="-1" strike="noStrike">
                <a:solidFill>
                  <a:srgbClr val="000000"/>
                </a:solidFill>
                <a:latin typeface="Times New Roman"/>
              </a:defRPr>
            </a:lvl1pPr>
          </a:lstStyle>
          <a:p>
            <a:pPr indent="0" algn="ctr">
              <a:buNone/>
            </a:pPr>
            <a:r>
              <a:rPr b="0" lang="ru-RU" sz="1400" spc="-1" strike="noStrike">
                <a:solidFill>
                  <a:srgbClr val="000000"/>
                </a:solidFill>
                <a:latin typeface="Times New Roman"/>
              </a:rPr>
              <a:t>&lt;нижний колонтитул&gt;</a:t>
            </a:r>
            <a:endParaRPr b="0" lang="ru-RU" sz="1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27" name="PlaceHolder 5"/>
          <p:cNvSpPr>
            <a:spLocks noGrp="1"/>
          </p:cNvSpPr>
          <p:nvPr>
            <p:ph type="sldNum" idx="15"/>
          </p:nvPr>
        </p:nvSpPr>
        <p:spPr>
          <a:xfrm>
            <a:off x="6553080" y="6356520"/>
            <a:ext cx="213336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r" defTabSz="457200">
              <a:lnSpc>
                <a:spcPct val="100000"/>
              </a:lnSpc>
              <a:buNone/>
              <a:defRPr b="0" lang="en-US" sz="1200" spc="-1" strike="noStrike">
                <a:solidFill>
                  <a:schemeClr val="dk1">
                    <a:tint val="75000"/>
                  </a:schemeClr>
                </a:solidFill>
                <a:latin typeface="Calibri"/>
              </a:defRPr>
            </a:lvl1pPr>
          </a:lstStyle>
          <a:p>
            <a:pPr indent="0" algn="r" defTabSz="457200">
              <a:lnSpc>
                <a:spcPct val="100000"/>
              </a:lnSpc>
              <a:buNone/>
            </a:pPr>
            <a:fld id="{DC17A068-B364-4192-96B7-CC6A818C4D1B}" type="slidenum">
              <a:rPr b="0" lang="en-US" sz="1200" spc="-1" strike="noStrike">
                <a:solidFill>
                  <a:schemeClr val="dk1">
                    <a:tint val="75000"/>
                  </a:schemeClr>
                </a:solidFill>
                <a:latin typeface="Calibri"/>
              </a:rPr>
              <a:t>&lt;номер&gt;</a:t>
            </a:fld>
            <a:endParaRPr b="0" lang="ru-RU" sz="1200" spc="-1" strike="noStrike">
              <a:solidFill>
                <a:srgbClr val="000000"/>
              </a:solidFill>
              <a:latin typeface="Times New Roman"/>
            </a:endParaRPr>
          </a:p>
        </p:txBody>
      </p:sp>
    </p:spTree>
  </p:cSld>
  <p:clrMap bg1="lt1" bg2="lt2" tx1="dk1" tx2="dk2" accent1="accent1" accent2="accent2" accent3="accent3" accent4="accent4" accent5="accent5" accent6="accent6" hlink="hlink" folHlink="folHlink"/>
  <p:sldLayoutIdLst>
    <p:sldLayoutId id="2147483657" r:id="rId2"/>
  </p:sldLayoutIdLst>
</p:sldMaster>
</file>

<file path=ppt/slideMasters/slideMaster6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" name="PlaceHolder 1"/>
          <p:cNvSpPr>
            <a:spLocks noGrp="1"/>
          </p:cNvSpPr>
          <p:nvPr>
            <p:ph type="title"/>
          </p:nvPr>
        </p:nvSpPr>
        <p:spPr>
          <a:xfrm>
            <a:off x="457200" y="274680"/>
            <a:ext cx="8229240" cy="114264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p>
            <a:pPr indent="0" algn="ctr" defTabSz="457200">
              <a:lnSpc>
                <a:spcPct val="100000"/>
              </a:lnSpc>
              <a:buNone/>
            </a:pPr>
            <a:r>
              <a:rPr b="0" lang="en-US" sz="4400" spc="-1" strike="noStrike">
                <a:solidFill>
                  <a:schemeClr val="dk1"/>
                </a:solidFill>
                <a:latin typeface="Calibri"/>
              </a:rPr>
              <a:t>Click to edit Master title style</a:t>
            </a:r>
            <a:endParaRPr b="0" lang="en-US" sz="4400" spc="-1" strike="noStrike">
              <a:solidFill>
                <a:schemeClr val="dk1"/>
              </a:solidFill>
              <a:latin typeface="Calibri"/>
            </a:endParaRPr>
          </a:p>
        </p:txBody>
      </p:sp>
      <p:sp>
        <p:nvSpPr>
          <p:cNvPr id="29" name="PlaceHolder 2"/>
          <p:cNvSpPr>
            <a:spLocks noGrp="1"/>
          </p:cNvSpPr>
          <p:nvPr>
            <p:ph type="body"/>
          </p:nvPr>
        </p:nvSpPr>
        <p:spPr>
          <a:xfrm>
            <a:off x="457200" y="1600200"/>
            <a:ext cx="4038120" cy="452556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marL="343080" indent="-343080" defTabSz="457200">
              <a:lnSpc>
                <a:spcPct val="100000"/>
              </a:lnSpc>
              <a:spcBef>
                <a:spcPts val="561"/>
              </a:spcBef>
              <a:buClr>
                <a:srgbClr val="000000"/>
              </a:buClr>
              <a:buFont typeface="Arial"/>
              <a:buChar char="•"/>
            </a:pPr>
            <a:r>
              <a:rPr b="0" lang="en-US" sz="2800" spc="-1" strike="noStrike">
                <a:solidFill>
                  <a:schemeClr val="dk1"/>
                </a:solidFill>
                <a:latin typeface="Calibri"/>
              </a:rPr>
              <a:t>Click to edit Master text styles</a:t>
            </a:r>
            <a:endParaRPr b="0" lang="en-US" sz="2800" spc="-1" strike="noStrike">
              <a:solidFill>
                <a:schemeClr val="dk1"/>
              </a:solidFill>
              <a:latin typeface="Calibri"/>
            </a:endParaRPr>
          </a:p>
          <a:p>
            <a:pPr lvl="1" marL="743040" indent="-285840" defTabSz="457200">
              <a:lnSpc>
                <a:spcPct val="100000"/>
              </a:lnSpc>
              <a:spcBef>
                <a:spcPts val="479"/>
              </a:spcBef>
              <a:buClr>
                <a:srgbClr val="000000"/>
              </a:buClr>
              <a:buFont typeface="Arial"/>
              <a:buChar char="–"/>
            </a:pPr>
            <a:r>
              <a:rPr b="0" lang="en-US" sz="2400" spc="-1" strike="noStrike">
                <a:solidFill>
                  <a:schemeClr val="dk1"/>
                </a:solidFill>
                <a:latin typeface="Calibri"/>
              </a:rPr>
              <a:t>Second level</a:t>
            </a:r>
            <a:endParaRPr b="0" lang="en-US" sz="2400" spc="-1" strike="noStrike">
              <a:solidFill>
                <a:schemeClr val="dk1"/>
              </a:solidFill>
              <a:latin typeface="Calibri"/>
            </a:endParaRPr>
          </a:p>
          <a:p>
            <a:pPr lvl="2" marL="1143000" indent="-228600" defTabSz="457200">
              <a:lnSpc>
                <a:spcPct val="100000"/>
              </a:lnSpc>
              <a:spcBef>
                <a:spcPts val="400"/>
              </a:spcBef>
              <a:buClr>
                <a:srgbClr val="000000"/>
              </a:buClr>
              <a:buFont typeface="Arial"/>
              <a:buChar char="•"/>
            </a:pPr>
            <a:r>
              <a:rPr b="0" lang="en-US" sz="2000" spc="-1" strike="noStrike">
                <a:solidFill>
                  <a:schemeClr val="dk1"/>
                </a:solidFill>
                <a:latin typeface="Calibri"/>
              </a:rPr>
              <a:t>Third level</a:t>
            </a:r>
            <a:endParaRPr b="0" lang="en-US" sz="2000" spc="-1" strike="noStrike">
              <a:solidFill>
                <a:schemeClr val="dk1"/>
              </a:solidFill>
              <a:latin typeface="Calibri"/>
            </a:endParaRPr>
          </a:p>
          <a:p>
            <a:pPr lvl="3" marL="1600200" indent="-228600" defTabSz="457200">
              <a:lnSpc>
                <a:spcPct val="100000"/>
              </a:lnSpc>
              <a:spcBef>
                <a:spcPts val="360"/>
              </a:spcBef>
              <a:buClr>
                <a:srgbClr val="000000"/>
              </a:buClr>
              <a:buFont typeface="Arial"/>
              <a:buChar char="–"/>
            </a:pPr>
            <a:r>
              <a:rPr b="0" lang="en-US" sz="1800" spc="-1" strike="noStrike">
                <a:solidFill>
                  <a:schemeClr val="dk1"/>
                </a:solidFill>
                <a:latin typeface="Calibri"/>
              </a:rPr>
              <a:t>Fourth level</a:t>
            </a:r>
            <a:endParaRPr b="0" lang="en-US" sz="1800" spc="-1" strike="noStrike">
              <a:solidFill>
                <a:schemeClr val="dk1"/>
              </a:solidFill>
              <a:latin typeface="Calibri"/>
            </a:endParaRPr>
          </a:p>
          <a:p>
            <a:pPr lvl="4" marL="2057400" indent="-228600" defTabSz="457200">
              <a:lnSpc>
                <a:spcPct val="100000"/>
              </a:lnSpc>
              <a:spcBef>
                <a:spcPts val="360"/>
              </a:spcBef>
              <a:buClr>
                <a:srgbClr val="000000"/>
              </a:buClr>
              <a:buFont typeface="Arial"/>
              <a:buChar char="»"/>
            </a:pPr>
            <a:r>
              <a:rPr b="0" lang="en-US" sz="1800" spc="-1" strike="noStrike">
                <a:solidFill>
                  <a:schemeClr val="dk1"/>
                </a:solidFill>
                <a:latin typeface="Calibri"/>
              </a:rPr>
              <a:t>Fifth level</a:t>
            </a:r>
            <a:endParaRPr b="0" lang="en-US" sz="1800" spc="-1" strike="noStrike">
              <a:solidFill>
                <a:schemeClr val="dk1"/>
              </a:solidFill>
              <a:latin typeface="Calibri"/>
            </a:endParaRPr>
          </a:p>
        </p:txBody>
      </p:sp>
      <p:sp>
        <p:nvSpPr>
          <p:cNvPr id="30" name="PlaceHolder 3"/>
          <p:cNvSpPr>
            <a:spLocks noGrp="1"/>
          </p:cNvSpPr>
          <p:nvPr>
            <p:ph type="body"/>
          </p:nvPr>
        </p:nvSpPr>
        <p:spPr>
          <a:xfrm>
            <a:off x="4648320" y="1600200"/>
            <a:ext cx="4038120" cy="452556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marL="343080" indent="-343080" defTabSz="457200">
              <a:lnSpc>
                <a:spcPct val="100000"/>
              </a:lnSpc>
              <a:spcBef>
                <a:spcPts val="561"/>
              </a:spcBef>
              <a:buClr>
                <a:srgbClr val="000000"/>
              </a:buClr>
              <a:buFont typeface="Arial"/>
              <a:buChar char="•"/>
            </a:pPr>
            <a:r>
              <a:rPr b="0" lang="en-US" sz="2800" spc="-1" strike="noStrike">
                <a:solidFill>
                  <a:schemeClr val="dk1"/>
                </a:solidFill>
                <a:latin typeface="Calibri"/>
              </a:rPr>
              <a:t>Click to edit Master text styles</a:t>
            </a:r>
            <a:endParaRPr b="0" lang="en-US" sz="2800" spc="-1" strike="noStrike">
              <a:solidFill>
                <a:schemeClr val="dk1"/>
              </a:solidFill>
              <a:latin typeface="Calibri"/>
            </a:endParaRPr>
          </a:p>
          <a:p>
            <a:pPr lvl="1" marL="743040" indent="-285840" defTabSz="457200">
              <a:lnSpc>
                <a:spcPct val="100000"/>
              </a:lnSpc>
              <a:spcBef>
                <a:spcPts val="479"/>
              </a:spcBef>
              <a:buClr>
                <a:srgbClr val="000000"/>
              </a:buClr>
              <a:buFont typeface="Arial"/>
              <a:buChar char="–"/>
            </a:pPr>
            <a:r>
              <a:rPr b="0" lang="en-US" sz="2400" spc="-1" strike="noStrike">
                <a:solidFill>
                  <a:schemeClr val="dk1"/>
                </a:solidFill>
                <a:latin typeface="Calibri"/>
              </a:rPr>
              <a:t>Second level</a:t>
            </a:r>
            <a:endParaRPr b="0" lang="en-US" sz="2400" spc="-1" strike="noStrike">
              <a:solidFill>
                <a:schemeClr val="dk1"/>
              </a:solidFill>
              <a:latin typeface="Calibri"/>
            </a:endParaRPr>
          </a:p>
          <a:p>
            <a:pPr lvl="2" marL="1143000" indent="-228600" defTabSz="457200">
              <a:lnSpc>
                <a:spcPct val="100000"/>
              </a:lnSpc>
              <a:spcBef>
                <a:spcPts val="400"/>
              </a:spcBef>
              <a:buClr>
                <a:srgbClr val="000000"/>
              </a:buClr>
              <a:buFont typeface="Arial"/>
              <a:buChar char="•"/>
            </a:pPr>
            <a:r>
              <a:rPr b="0" lang="en-US" sz="2000" spc="-1" strike="noStrike">
                <a:solidFill>
                  <a:schemeClr val="dk1"/>
                </a:solidFill>
                <a:latin typeface="Calibri"/>
              </a:rPr>
              <a:t>Third level</a:t>
            </a:r>
            <a:endParaRPr b="0" lang="en-US" sz="2000" spc="-1" strike="noStrike">
              <a:solidFill>
                <a:schemeClr val="dk1"/>
              </a:solidFill>
              <a:latin typeface="Calibri"/>
            </a:endParaRPr>
          </a:p>
          <a:p>
            <a:pPr lvl="3" marL="1600200" indent="-228600" defTabSz="457200">
              <a:lnSpc>
                <a:spcPct val="100000"/>
              </a:lnSpc>
              <a:spcBef>
                <a:spcPts val="360"/>
              </a:spcBef>
              <a:buClr>
                <a:srgbClr val="000000"/>
              </a:buClr>
              <a:buFont typeface="Arial"/>
              <a:buChar char="–"/>
            </a:pPr>
            <a:r>
              <a:rPr b="0" lang="en-US" sz="1800" spc="-1" strike="noStrike">
                <a:solidFill>
                  <a:schemeClr val="dk1"/>
                </a:solidFill>
                <a:latin typeface="Calibri"/>
              </a:rPr>
              <a:t>Fourth level</a:t>
            </a:r>
            <a:endParaRPr b="0" lang="en-US" sz="1800" spc="-1" strike="noStrike">
              <a:solidFill>
                <a:schemeClr val="dk1"/>
              </a:solidFill>
              <a:latin typeface="Calibri"/>
            </a:endParaRPr>
          </a:p>
          <a:p>
            <a:pPr lvl="4" marL="2057400" indent="-228600" defTabSz="457200">
              <a:lnSpc>
                <a:spcPct val="100000"/>
              </a:lnSpc>
              <a:spcBef>
                <a:spcPts val="360"/>
              </a:spcBef>
              <a:buClr>
                <a:srgbClr val="000000"/>
              </a:buClr>
              <a:buFont typeface="Arial"/>
              <a:buChar char="»"/>
            </a:pPr>
            <a:r>
              <a:rPr b="0" lang="en-US" sz="1800" spc="-1" strike="noStrike">
                <a:solidFill>
                  <a:schemeClr val="dk1"/>
                </a:solidFill>
                <a:latin typeface="Calibri"/>
              </a:rPr>
              <a:t>Fifth level</a:t>
            </a:r>
            <a:endParaRPr b="0" lang="en-US" sz="1800" spc="-1" strike="noStrike">
              <a:solidFill>
                <a:schemeClr val="dk1"/>
              </a:solidFill>
              <a:latin typeface="Calibri"/>
            </a:endParaRPr>
          </a:p>
        </p:txBody>
      </p:sp>
      <p:sp>
        <p:nvSpPr>
          <p:cNvPr id="31" name="PlaceHolder 4"/>
          <p:cNvSpPr>
            <a:spLocks noGrp="1"/>
          </p:cNvSpPr>
          <p:nvPr>
            <p:ph type="dt" idx="16"/>
          </p:nvPr>
        </p:nvSpPr>
        <p:spPr>
          <a:xfrm>
            <a:off x="457200" y="6356520"/>
            <a:ext cx="213336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defTabSz="457200">
              <a:lnSpc>
                <a:spcPct val="100000"/>
              </a:lnSpc>
              <a:buNone/>
              <a:defRPr b="0" lang="en-US" sz="1200" spc="-1" strike="noStrike">
                <a:solidFill>
                  <a:schemeClr val="dk1">
                    <a:tint val="75000"/>
                  </a:schemeClr>
                </a:solidFill>
                <a:latin typeface="Calibri"/>
              </a:defRPr>
            </a:lvl1pPr>
          </a:lstStyle>
          <a:p>
            <a:pPr indent="0" defTabSz="457200">
              <a:lnSpc>
                <a:spcPct val="100000"/>
              </a:lnSpc>
              <a:buNone/>
            </a:pPr>
            <a:r>
              <a:rPr b="0" lang="en-US" sz="1200" spc="-1" strike="noStrike">
                <a:solidFill>
                  <a:schemeClr val="dk1">
                    <a:tint val="75000"/>
                  </a:schemeClr>
                </a:solidFill>
                <a:latin typeface="Calibri"/>
              </a:rPr>
              <a:t>&lt;дата/время&gt;</a:t>
            </a:r>
            <a:endParaRPr b="0" lang="ru-RU" sz="12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32" name="PlaceHolder 5"/>
          <p:cNvSpPr>
            <a:spLocks noGrp="1"/>
          </p:cNvSpPr>
          <p:nvPr>
            <p:ph type="ftr" idx="17"/>
          </p:nvPr>
        </p:nvSpPr>
        <p:spPr>
          <a:xfrm>
            <a:off x="3124080" y="6356520"/>
            <a:ext cx="289512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ctr">
              <a:buNone/>
              <a:defRPr b="0" lang="ru-RU" sz="1400" spc="-1" strike="noStrike">
                <a:solidFill>
                  <a:srgbClr val="000000"/>
                </a:solidFill>
                <a:latin typeface="Times New Roman"/>
              </a:defRPr>
            </a:lvl1pPr>
          </a:lstStyle>
          <a:p>
            <a:pPr indent="0" algn="ctr">
              <a:buNone/>
            </a:pPr>
            <a:r>
              <a:rPr b="0" lang="ru-RU" sz="1400" spc="-1" strike="noStrike">
                <a:solidFill>
                  <a:srgbClr val="000000"/>
                </a:solidFill>
                <a:latin typeface="Times New Roman"/>
              </a:rPr>
              <a:t>&lt;нижний колонтитул&gt;</a:t>
            </a:r>
            <a:endParaRPr b="0" lang="ru-RU" sz="1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33" name="PlaceHolder 6"/>
          <p:cNvSpPr>
            <a:spLocks noGrp="1"/>
          </p:cNvSpPr>
          <p:nvPr>
            <p:ph type="sldNum" idx="18"/>
          </p:nvPr>
        </p:nvSpPr>
        <p:spPr>
          <a:xfrm>
            <a:off x="6553080" y="6356520"/>
            <a:ext cx="213336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r" defTabSz="457200">
              <a:lnSpc>
                <a:spcPct val="100000"/>
              </a:lnSpc>
              <a:buNone/>
              <a:defRPr b="0" lang="en-US" sz="1200" spc="-1" strike="noStrike">
                <a:solidFill>
                  <a:schemeClr val="dk1">
                    <a:tint val="75000"/>
                  </a:schemeClr>
                </a:solidFill>
                <a:latin typeface="Calibri"/>
              </a:defRPr>
            </a:lvl1pPr>
          </a:lstStyle>
          <a:p>
            <a:pPr indent="0" algn="r" defTabSz="457200">
              <a:lnSpc>
                <a:spcPct val="100000"/>
              </a:lnSpc>
              <a:buNone/>
            </a:pPr>
            <a:fld id="{D221A3B5-481E-47EA-92E4-A4CA528E63F3}" type="slidenum">
              <a:rPr b="0" lang="en-US" sz="1200" spc="-1" strike="noStrike">
                <a:solidFill>
                  <a:schemeClr val="dk1">
                    <a:tint val="75000"/>
                  </a:schemeClr>
                </a:solidFill>
                <a:latin typeface="Calibri"/>
              </a:rPr>
              <a:t>&lt;номер&gt;</a:t>
            </a:fld>
            <a:endParaRPr b="0" lang="ru-RU" sz="1200" spc="-1" strike="noStrike">
              <a:solidFill>
                <a:srgbClr val="000000"/>
              </a:solidFill>
              <a:latin typeface="Times New Roman"/>
            </a:endParaRPr>
          </a:p>
        </p:txBody>
      </p:sp>
    </p:spTree>
  </p:cSld>
  <p:clrMap bg1="lt1" bg2="lt2" tx1="dk1" tx2="dk2" accent1="accent1" accent2="accent2" accent3="accent3" accent4="accent4" accent5="accent5" accent6="accent6" hlink="hlink" folHlink="folHlink"/>
  <p:sldLayoutIdLst>
    <p:sldLayoutId id="2147483659" r:id="rId2"/>
  </p:sldLayoutIdLst>
</p:sldMaster>
</file>

<file path=ppt/slideMasters/slideMaster7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" name="PlaceHolder 1"/>
          <p:cNvSpPr>
            <a:spLocks noGrp="1"/>
          </p:cNvSpPr>
          <p:nvPr>
            <p:ph type="title"/>
          </p:nvPr>
        </p:nvSpPr>
        <p:spPr>
          <a:xfrm>
            <a:off x="457200" y="274680"/>
            <a:ext cx="8229240" cy="114264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p>
            <a:pPr indent="0" algn="ctr" defTabSz="457200">
              <a:lnSpc>
                <a:spcPct val="100000"/>
              </a:lnSpc>
              <a:buNone/>
            </a:pPr>
            <a:r>
              <a:rPr b="0" lang="en-US" sz="4400" spc="-1" strike="noStrike">
                <a:solidFill>
                  <a:schemeClr val="dk1"/>
                </a:solidFill>
                <a:latin typeface="Calibri"/>
              </a:rPr>
              <a:t>Click to edit Master title style</a:t>
            </a:r>
            <a:endParaRPr b="0" lang="en-US" sz="4400" spc="-1" strike="noStrike">
              <a:solidFill>
                <a:schemeClr val="dk1"/>
              </a:solidFill>
              <a:latin typeface="Calibri"/>
            </a:endParaRPr>
          </a:p>
        </p:txBody>
      </p:sp>
      <p:sp>
        <p:nvSpPr>
          <p:cNvPr id="38" name="PlaceHolder 2"/>
          <p:cNvSpPr>
            <a:spLocks noGrp="1"/>
          </p:cNvSpPr>
          <p:nvPr>
            <p:ph type="body"/>
          </p:nvPr>
        </p:nvSpPr>
        <p:spPr>
          <a:xfrm>
            <a:off x="457200" y="1535040"/>
            <a:ext cx="4039920" cy="63936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b">
            <a:noAutofit/>
          </a:bodyPr>
          <a:p>
            <a:pPr indent="0" defTabSz="457200">
              <a:lnSpc>
                <a:spcPct val="100000"/>
              </a:lnSpc>
              <a:spcBef>
                <a:spcPts val="479"/>
              </a:spcBef>
              <a:buNone/>
              <a:tabLst>
                <a:tab algn="l" pos="0"/>
              </a:tabLst>
            </a:pPr>
            <a:r>
              <a:rPr b="1" lang="en-US" sz="2400" spc="-1" strike="noStrike">
                <a:solidFill>
                  <a:schemeClr val="dk1"/>
                </a:solidFill>
                <a:latin typeface="Calibri"/>
              </a:rPr>
              <a:t>Click to edit Master text styles</a:t>
            </a:r>
            <a:endParaRPr b="0" lang="en-US" sz="2400" spc="-1" strike="noStrike">
              <a:solidFill>
                <a:schemeClr val="dk1"/>
              </a:solidFill>
              <a:latin typeface="Calibri"/>
            </a:endParaRPr>
          </a:p>
        </p:txBody>
      </p:sp>
      <p:sp>
        <p:nvSpPr>
          <p:cNvPr id="39" name="PlaceHolder 3"/>
          <p:cNvSpPr>
            <a:spLocks noGrp="1"/>
          </p:cNvSpPr>
          <p:nvPr>
            <p:ph type="body"/>
          </p:nvPr>
        </p:nvSpPr>
        <p:spPr>
          <a:xfrm>
            <a:off x="457200" y="2174760"/>
            <a:ext cx="4039920" cy="395100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marL="343080" indent="-343080" defTabSz="457200">
              <a:lnSpc>
                <a:spcPct val="100000"/>
              </a:lnSpc>
              <a:spcBef>
                <a:spcPts val="479"/>
              </a:spcBef>
              <a:buClr>
                <a:srgbClr val="000000"/>
              </a:buClr>
              <a:buFont typeface="Arial"/>
              <a:buChar char="•"/>
            </a:pPr>
            <a:r>
              <a:rPr b="0" lang="en-US" sz="2400" spc="-1" strike="noStrike">
                <a:solidFill>
                  <a:schemeClr val="dk1"/>
                </a:solidFill>
                <a:latin typeface="Calibri"/>
              </a:rPr>
              <a:t>Click to edit Master text styles</a:t>
            </a:r>
            <a:endParaRPr b="0" lang="en-US" sz="2400" spc="-1" strike="noStrike">
              <a:solidFill>
                <a:schemeClr val="dk1"/>
              </a:solidFill>
              <a:latin typeface="Calibri"/>
            </a:endParaRPr>
          </a:p>
          <a:p>
            <a:pPr lvl="1" marL="743040" indent="-285840" defTabSz="457200">
              <a:lnSpc>
                <a:spcPct val="100000"/>
              </a:lnSpc>
              <a:spcBef>
                <a:spcPts val="400"/>
              </a:spcBef>
              <a:buClr>
                <a:srgbClr val="000000"/>
              </a:buClr>
              <a:buFont typeface="Arial"/>
              <a:buChar char="–"/>
            </a:pPr>
            <a:r>
              <a:rPr b="0" lang="en-US" sz="2000" spc="-1" strike="noStrike">
                <a:solidFill>
                  <a:schemeClr val="dk1"/>
                </a:solidFill>
                <a:latin typeface="Calibri"/>
              </a:rPr>
              <a:t>Second level</a:t>
            </a:r>
            <a:endParaRPr b="0" lang="en-US" sz="2000" spc="-1" strike="noStrike">
              <a:solidFill>
                <a:schemeClr val="dk1"/>
              </a:solidFill>
              <a:latin typeface="Calibri"/>
            </a:endParaRPr>
          </a:p>
          <a:p>
            <a:pPr lvl="2" marL="1143000" indent="-228600" defTabSz="457200">
              <a:lnSpc>
                <a:spcPct val="100000"/>
              </a:lnSpc>
              <a:spcBef>
                <a:spcPts val="360"/>
              </a:spcBef>
              <a:buClr>
                <a:srgbClr val="000000"/>
              </a:buClr>
              <a:buFont typeface="Arial"/>
              <a:buChar char="•"/>
            </a:pPr>
            <a:r>
              <a:rPr b="0" lang="en-US" sz="1800" spc="-1" strike="noStrike">
                <a:solidFill>
                  <a:schemeClr val="dk1"/>
                </a:solidFill>
                <a:latin typeface="Calibri"/>
              </a:rPr>
              <a:t>Third level</a:t>
            </a:r>
            <a:endParaRPr b="0" lang="en-US" sz="1800" spc="-1" strike="noStrike">
              <a:solidFill>
                <a:schemeClr val="dk1"/>
              </a:solidFill>
              <a:latin typeface="Calibri"/>
            </a:endParaRPr>
          </a:p>
          <a:p>
            <a:pPr lvl="3" marL="1600200" indent="-228600" defTabSz="457200">
              <a:lnSpc>
                <a:spcPct val="100000"/>
              </a:lnSpc>
              <a:spcBef>
                <a:spcPts val="320"/>
              </a:spcBef>
              <a:buClr>
                <a:srgbClr val="000000"/>
              </a:buClr>
              <a:buFont typeface="Arial"/>
              <a:buChar char="–"/>
            </a:pPr>
            <a:r>
              <a:rPr b="0" lang="en-US" sz="1600" spc="-1" strike="noStrike">
                <a:solidFill>
                  <a:schemeClr val="dk1"/>
                </a:solidFill>
                <a:latin typeface="Calibri"/>
              </a:rPr>
              <a:t>Fourth level</a:t>
            </a:r>
            <a:endParaRPr b="0" lang="en-US" sz="1600" spc="-1" strike="noStrike">
              <a:solidFill>
                <a:schemeClr val="dk1"/>
              </a:solidFill>
              <a:latin typeface="Calibri"/>
            </a:endParaRPr>
          </a:p>
          <a:p>
            <a:pPr lvl="4" marL="2057400" indent="-228600" defTabSz="457200">
              <a:lnSpc>
                <a:spcPct val="100000"/>
              </a:lnSpc>
              <a:spcBef>
                <a:spcPts val="320"/>
              </a:spcBef>
              <a:buClr>
                <a:srgbClr val="000000"/>
              </a:buClr>
              <a:buFont typeface="Arial"/>
              <a:buChar char="»"/>
            </a:pPr>
            <a:r>
              <a:rPr b="0" lang="en-US" sz="1600" spc="-1" strike="noStrike">
                <a:solidFill>
                  <a:schemeClr val="dk1"/>
                </a:solidFill>
                <a:latin typeface="Calibri"/>
              </a:rPr>
              <a:t>Fifth level</a:t>
            </a:r>
            <a:endParaRPr b="0" lang="en-US" sz="1600" spc="-1" strike="noStrike">
              <a:solidFill>
                <a:schemeClr val="dk1"/>
              </a:solidFill>
              <a:latin typeface="Calibri"/>
            </a:endParaRPr>
          </a:p>
        </p:txBody>
      </p:sp>
      <p:sp>
        <p:nvSpPr>
          <p:cNvPr id="40" name="PlaceHolder 4"/>
          <p:cNvSpPr>
            <a:spLocks noGrp="1"/>
          </p:cNvSpPr>
          <p:nvPr>
            <p:ph type="body"/>
          </p:nvPr>
        </p:nvSpPr>
        <p:spPr>
          <a:xfrm>
            <a:off x="4645080" y="1535040"/>
            <a:ext cx="4041360" cy="63936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b">
            <a:noAutofit/>
          </a:bodyPr>
          <a:p>
            <a:pPr indent="0" defTabSz="457200">
              <a:lnSpc>
                <a:spcPct val="100000"/>
              </a:lnSpc>
              <a:spcBef>
                <a:spcPts val="479"/>
              </a:spcBef>
              <a:buNone/>
              <a:tabLst>
                <a:tab algn="l" pos="0"/>
              </a:tabLst>
            </a:pPr>
            <a:r>
              <a:rPr b="1" lang="en-US" sz="2400" spc="-1" strike="noStrike">
                <a:solidFill>
                  <a:schemeClr val="dk1"/>
                </a:solidFill>
                <a:latin typeface="Calibri"/>
              </a:rPr>
              <a:t>Click to edit Master text styles</a:t>
            </a:r>
            <a:endParaRPr b="0" lang="en-US" sz="2400" spc="-1" strike="noStrike">
              <a:solidFill>
                <a:schemeClr val="dk1"/>
              </a:solidFill>
              <a:latin typeface="Calibri"/>
            </a:endParaRPr>
          </a:p>
        </p:txBody>
      </p:sp>
      <p:sp>
        <p:nvSpPr>
          <p:cNvPr id="41" name="PlaceHolder 5"/>
          <p:cNvSpPr>
            <a:spLocks noGrp="1"/>
          </p:cNvSpPr>
          <p:nvPr>
            <p:ph type="body"/>
          </p:nvPr>
        </p:nvSpPr>
        <p:spPr>
          <a:xfrm>
            <a:off x="4645080" y="2174760"/>
            <a:ext cx="4041360" cy="395100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marL="343080" indent="-343080" defTabSz="457200">
              <a:lnSpc>
                <a:spcPct val="100000"/>
              </a:lnSpc>
              <a:spcBef>
                <a:spcPts val="479"/>
              </a:spcBef>
              <a:buClr>
                <a:srgbClr val="000000"/>
              </a:buClr>
              <a:buFont typeface="Arial"/>
              <a:buChar char="•"/>
            </a:pPr>
            <a:r>
              <a:rPr b="0" lang="en-US" sz="2400" spc="-1" strike="noStrike">
                <a:solidFill>
                  <a:schemeClr val="dk1"/>
                </a:solidFill>
                <a:latin typeface="Calibri"/>
              </a:rPr>
              <a:t>Click to edit Master text styles</a:t>
            </a:r>
            <a:endParaRPr b="0" lang="en-US" sz="2400" spc="-1" strike="noStrike">
              <a:solidFill>
                <a:schemeClr val="dk1"/>
              </a:solidFill>
              <a:latin typeface="Calibri"/>
            </a:endParaRPr>
          </a:p>
          <a:p>
            <a:pPr lvl="1" marL="743040" indent="-285840" defTabSz="457200">
              <a:lnSpc>
                <a:spcPct val="100000"/>
              </a:lnSpc>
              <a:spcBef>
                <a:spcPts val="400"/>
              </a:spcBef>
              <a:buClr>
                <a:srgbClr val="000000"/>
              </a:buClr>
              <a:buFont typeface="Arial"/>
              <a:buChar char="–"/>
            </a:pPr>
            <a:r>
              <a:rPr b="0" lang="en-US" sz="2000" spc="-1" strike="noStrike">
                <a:solidFill>
                  <a:schemeClr val="dk1"/>
                </a:solidFill>
                <a:latin typeface="Calibri"/>
              </a:rPr>
              <a:t>Second level</a:t>
            </a:r>
            <a:endParaRPr b="0" lang="en-US" sz="2000" spc="-1" strike="noStrike">
              <a:solidFill>
                <a:schemeClr val="dk1"/>
              </a:solidFill>
              <a:latin typeface="Calibri"/>
            </a:endParaRPr>
          </a:p>
          <a:p>
            <a:pPr lvl="2" marL="1143000" indent="-228600" defTabSz="457200">
              <a:lnSpc>
                <a:spcPct val="100000"/>
              </a:lnSpc>
              <a:spcBef>
                <a:spcPts val="360"/>
              </a:spcBef>
              <a:buClr>
                <a:srgbClr val="000000"/>
              </a:buClr>
              <a:buFont typeface="Arial"/>
              <a:buChar char="•"/>
            </a:pPr>
            <a:r>
              <a:rPr b="0" lang="en-US" sz="1800" spc="-1" strike="noStrike">
                <a:solidFill>
                  <a:schemeClr val="dk1"/>
                </a:solidFill>
                <a:latin typeface="Calibri"/>
              </a:rPr>
              <a:t>Third level</a:t>
            </a:r>
            <a:endParaRPr b="0" lang="en-US" sz="1800" spc="-1" strike="noStrike">
              <a:solidFill>
                <a:schemeClr val="dk1"/>
              </a:solidFill>
              <a:latin typeface="Calibri"/>
            </a:endParaRPr>
          </a:p>
          <a:p>
            <a:pPr lvl="3" marL="1600200" indent="-228600" defTabSz="457200">
              <a:lnSpc>
                <a:spcPct val="100000"/>
              </a:lnSpc>
              <a:spcBef>
                <a:spcPts val="320"/>
              </a:spcBef>
              <a:buClr>
                <a:srgbClr val="000000"/>
              </a:buClr>
              <a:buFont typeface="Arial"/>
              <a:buChar char="–"/>
            </a:pPr>
            <a:r>
              <a:rPr b="0" lang="en-US" sz="1600" spc="-1" strike="noStrike">
                <a:solidFill>
                  <a:schemeClr val="dk1"/>
                </a:solidFill>
                <a:latin typeface="Calibri"/>
              </a:rPr>
              <a:t>Fourth level</a:t>
            </a:r>
            <a:endParaRPr b="0" lang="en-US" sz="1600" spc="-1" strike="noStrike">
              <a:solidFill>
                <a:schemeClr val="dk1"/>
              </a:solidFill>
              <a:latin typeface="Calibri"/>
            </a:endParaRPr>
          </a:p>
          <a:p>
            <a:pPr lvl="4" marL="2057400" indent="-228600" defTabSz="457200">
              <a:lnSpc>
                <a:spcPct val="100000"/>
              </a:lnSpc>
              <a:spcBef>
                <a:spcPts val="320"/>
              </a:spcBef>
              <a:buClr>
                <a:srgbClr val="000000"/>
              </a:buClr>
              <a:buFont typeface="Arial"/>
              <a:buChar char="»"/>
            </a:pPr>
            <a:r>
              <a:rPr b="0" lang="en-US" sz="1600" spc="-1" strike="noStrike">
                <a:solidFill>
                  <a:schemeClr val="dk1"/>
                </a:solidFill>
                <a:latin typeface="Calibri"/>
              </a:rPr>
              <a:t>Fifth level</a:t>
            </a:r>
            <a:endParaRPr b="0" lang="en-US" sz="1600" spc="-1" strike="noStrike">
              <a:solidFill>
                <a:schemeClr val="dk1"/>
              </a:solidFill>
              <a:latin typeface="Calibri"/>
            </a:endParaRPr>
          </a:p>
        </p:txBody>
      </p:sp>
      <p:sp>
        <p:nvSpPr>
          <p:cNvPr id="42" name="PlaceHolder 6"/>
          <p:cNvSpPr>
            <a:spLocks noGrp="1"/>
          </p:cNvSpPr>
          <p:nvPr>
            <p:ph type="dt" idx="19"/>
          </p:nvPr>
        </p:nvSpPr>
        <p:spPr>
          <a:xfrm>
            <a:off x="457200" y="6356520"/>
            <a:ext cx="213336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defTabSz="457200">
              <a:lnSpc>
                <a:spcPct val="100000"/>
              </a:lnSpc>
              <a:buNone/>
              <a:defRPr b="0" lang="en-US" sz="1200" spc="-1" strike="noStrike">
                <a:solidFill>
                  <a:schemeClr val="dk1">
                    <a:tint val="75000"/>
                  </a:schemeClr>
                </a:solidFill>
                <a:latin typeface="Calibri"/>
              </a:defRPr>
            </a:lvl1pPr>
          </a:lstStyle>
          <a:p>
            <a:pPr indent="0" defTabSz="457200">
              <a:lnSpc>
                <a:spcPct val="100000"/>
              </a:lnSpc>
              <a:buNone/>
            </a:pPr>
            <a:r>
              <a:rPr b="0" lang="en-US" sz="1200" spc="-1" strike="noStrike">
                <a:solidFill>
                  <a:schemeClr val="dk1">
                    <a:tint val="75000"/>
                  </a:schemeClr>
                </a:solidFill>
                <a:latin typeface="Calibri"/>
              </a:rPr>
              <a:t>&lt;дата/время&gt;</a:t>
            </a:r>
            <a:endParaRPr b="0" lang="ru-RU" sz="12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43" name="PlaceHolder 7"/>
          <p:cNvSpPr>
            <a:spLocks noGrp="1"/>
          </p:cNvSpPr>
          <p:nvPr>
            <p:ph type="ftr" idx="20"/>
          </p:nvPr>
        </p:nvSpPr>
        <p:spPr>
          <a:xfrm>
            <a:off x="3124080" y="6356520"/>
            <a:ext cx="289512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ctr">
              <a:buNone/>
              <a:defRPr b="0" lang="ru-RU" sz="1400" spc="-1" strike="noStrike">
                <a:solidFill>
                  <a:srgbClr val="000000"/>
                </a:solidFill>
                <a:latin typeface="Times New Roman"/>
              </a:defRPr>
            </a:lvl1pPr>
          </a:lstStyle>
          <a:p>
            <a:pPr indent="0" algn="ctr">
              <a:buNone/>
            </a:pPr>
            <a:r>
              <a:rPr b="0" lang="ru-RU" sz="1400" spc="-1" strike="noStrike">
                <a:solidFill>
                  <a:srgbClr val="000000"/>
                </a:solidFill>
                <a:latin typeface="Times New Roman"/>
              </a:rPr>
              <a:t>&lt;нижний колонтитул&gt;</a:t>
            </a:r>
            <a:endParaRPr b="0" lang="ru-RU" sz="1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44" name="PlaceHolder 8"/>
          <p:cNvSpPr>
            <a:spLocks noGrp="1"/>
          </p:cNvSpPr>
          <p:nvPr>
            <p:ph type="sldNum" idx="21"/>
          </p:nvPr>
        </p:nvSpPr>
        <p:spPr>
          <a:xfrm>
            <a:off x="6553080" y="6356520"/>
            <a:ext cx="213336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r" defTabSz="457200">
              <a:lnSpc>
                <a:spcPct val="100000"/>
              </a:lnSpc>
              <a:buNone/>
              <a:defRPr b="0" lang="en-US" sz="1200" spc="-1" strike="noStrike">
                <a:solidFill>
                  <a:schemeClr val="dk1">
                    <a:tint val="75000"/>
                  </a:schemeClr>
                </a:solidFill>
                <a:latin typeface="Calibri"/>
              </a:defRPr>
            </a:lvl1pPr>
          </a:lstStyle>
          <a:p>
            <a:pPr indent="0" algn="r" defTabSz="457200">
              <a:lnSpc>
                <a:spcPct val="100000"/>
              </a:lnSpc>
              <a:buNone/>
            </a:pPr>
            <a:fld id="{9E7B2E37-351C-440B-A023-EF6B10C2AF4E}" type="slidenum">
              <a:rPr b="0" lang="en-US" sz="1200" spc="-1" strike="noStrike">
                <a:solidFill>
                  <a:schemeClr val="dk1">
                    <a:tint val="75000"/>
                  </a:schemeClr>
                </a:solidFill>
                <a:latin typeface="Calibri"/>
              </a:rPr>
              <a:t>&lt;номер&gt;</a:t>
            </a:fld>
            <a:endParaRPr b="0" lang="ru-RU" sz="1200" spc="-1" strike="noStrike">
              <a:solidFill>
                <a:srgbClr val="000000"/>
              </a:solidFill>
              <a:latin typeface="Times New Roman"/>
            </a:endParaRPr>
          </a:p>
        </p:txBody>
      </p:sp>
    </p:spTree>
  </p:cSld>
  <p:clrMap bg1="lt1" bg2="lt2" tx1="dk1" tx2="dk2" accent1="accent1" accent2="accent2" accent3="accent3" accent4="accent4" accent5="accent5" accent6="accent6" hlink="hlink" folHlink="folHlink"/>
  <p:sldLayoutIdLst>
    <p:sldLayoutId id="2147483661" r:id="rId2"/>
  </p:sldLayoutIdLst>
</p:sldMaster>
</file>

<file path=ppt/slideMasters/slideMaster8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" name="PlaceHolder 1"/>
          <p:cNvSpPr>
            <a:spLocks noGrp="1"/>
          </p:cNvSpPr>
          <p:nvPr>
            <p:ph type="title"/>
          </p:nvPr>
        </p:nvSpPr>
        <p:spPr>
          <a:xfrm>
            <a:off x="457200" y="274680"/>
            <a:ext cx="8229240" cy="114264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p>
            <a:pPr indent="0" algn="ctr" defTabSz="457200">
              <a:lnSpc>
                <a:spcPct val="100000"/>
              </a:lnSpc>
              <a:buNone/>
            </a:pPr>
            <a:r>
              <a:rPr b="0" lang="en-US" sz="4400" spc="-1" strike="noStrike">
                <a:solidFill>
                  <a:schemeClr val="dk1"/>
                </a:solidFill>
                <a:latin typeface="Calibri"/>
              </a:rPr>
              <a:t>Click to edit Master title style</a:t>
            </a:r>
            <a:endParaRPr b="0" lang="en-US" sz="4400" spc="-1" strike="noStrike">
              <a:solidFill>
                <a:schemeClr val="dk1"/>
              </a:solidFill>
              <a:latin typeface="Calibri"/>
            </a:endParaRPr>
          </a:p>
        </p:txBody>
      </p:sp>
      <p:sp>
        <p:nvSpPr>
          <p:cNvPr id="46" name="PlaceHolder 2"/>
          <p:cNvSpPr>
            <a:spLocks noGrp="1"/>
          </p:cNvSpPr>
          <p:nvPr>
            <p:ph type="dt" idx="22"/>
          </p:nvPr>
        </p:nvSpPr>
        <p:spPr>
          <a:xfrm>
            <a:off x="457200" y="6356520"/>
            <a:ext cx="213336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defTabSz="457200">
              <a:lnSpc>
                <a:spcPct val="100000"/>
              </a:lnSpc>
              <a:buNone/>
              <a:defRPr b="0" lang="en-US" sz="1200" spc="-1" strike="noStrike">
                <a:solidFill>
                  <a:schemeClr val="dk1">
                    <a:tint val="75000"/>
                  </a:schemeClr>
                </a:solidFill>
                <a:latin typeface="Calibri"/>
              </a:defRPr>
            </a:lvl1pPr>
          </a:lstStyle>
          <a:p>
            <a:pPr indent="0" defTabSz="457200">
              <a:lnSpc>
                <a:spcPct val="100000"/>
              </a:lnSpc>
              <a:buNone/>
            </a:pPr>
            <a:r>
              <a:rPr b="0" lang="en-US" sz="1200" spc="-1" strike="noStrike">
                <a:solidFill>
                  <a:schemeClr val="dk1">
                    <a:tint val="75000"/>
                  </a:schemeClr>
                </a:solidFill>
                <a:latin typeface="Calibri"/>
              </a:rPr>
              <a:t>&lt;дата/время&gt;</a:t>
            </a:r>
            <a:endParaRPr b="0" lang="ru-RU" sz="12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47" name="PlaceHolder 3"/>
          <p:cNvSpPr>
            <a:spLocks noGrp="1"/>
          </p:cNvSpPr>
          <p:nvPr>
            <p:ph type="ftr" idx="23"/>
          </p:nvPr>
        </p:nvSpPr>
        <p:spPr>
          <a:xfrm>
            <a:off x="3124080" y="6356520"/>
            <a:ext cx="289512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ctr">
              <a:buNone/>
              <a:defRPr b="0" lang="ru-RU" sz="1400" spc="-1" strike="noStrike">
                <a:solidFill>
                  <a:srgbClr val="000000"/>
                </a:solidFill>
                <a:latin typeface="Times New Roman"/>
              </a:defRPr>
            </a:lvl1pPr>
          </a:lstStyle>
          <a:p>
            <a:pPr indent="0" algn="ctr">
              <a:buNone/>
            </a:pPr>
            <a:r>
              <a:rPr b="0" lang="ru-RU" sz="1400" spc="-1" strike="noStrike">
                <a:solidFill>
                  <a:srgbClr val="000000"/>
                </a:solidFill>
                <a:latin typeface="Times New Roman"/>
              </a:rPr>
              <a:t>&lt;нижний колонтитул&gt;</a:t>
            </a:r>
            <a:endParaRPr b="0" lang="ru-RU" sz="1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48" name="PlaceHolder 4"/>
          <p:cNvSpPr>
            <a:spLocks noGrp="1"/>
          </p:cNvSpPr>
          <p:nvPr>
            <p:ph type="sldNum" idx="24"/>
          </p:nvPr>
        </p:nvSpPr>
        <p:spPr>
          <a:xfrm>
            <a:off x="6553080" y="6356520"/>
            <a:ext cx="213336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r" defTabSz="457200">
              <a:lnSpc>
                <a:spcPct val="100000"/>
              </a:lnSpc>
              <a:buNone/>
              <a:defRPr b="0" lang="en-US" sz="1200" spc="-1" strike="noStrike">
                <a:solidFill>
                  <a:schemeClr val="dk1">
                    <a:tint val="75000"/>
                  </a:schemeClr>
                </a:solidFill>
                <a:latin typeface="Calibri"/>
              </a:defRPr>
            </a:lvl1pPr>
          </a:lstStyle>
          <a:p>
            <a:pPr indent="0" algn="r" defTabSz="457200">
              <a:lnSpc>
                <a:spcPct val="100000"/>
              </a:lnSpc>
              <a:buNone/>
            </a:pPr>
            <a:fld id="{33A9D9E4-5407-4E18-B469-7E1AAD229E9A}" type="slidenum">
              <a:rPr b="0" lang="en-US" sz="1200" spc="-1" strike="noStrike">
                <a:solidFill>
                  <a:schemeClr val="dk1">
                    <a:tint val="75000"/>
                  </a:schemeClr>
                </a:solidFill>
                <a:latin typeface="Calibri"/>
              </a:rPr>
              <a:t>&lt;номер&gt;</a:t>
            </a:fld>
            <a:endParaRPr b="0" lang="ru-RU" sz="1200" spc="-1" strike="noStrike">
              <a:solidFill>
                <a:srgbClr val="000000"/>
              </a:solidFill>
              <a:latin typeface="Times New Roman"/>
            </a:endParaRPr>
          </a:p>
        </p:txBody>
      </p:sp>
    </p:spTree>
  </p:cSld>
  <p:clrMap bg1="lt1" bg2="lt2" tx1="dk1" tx2="dk2" accent1="accent1" accent2="accent2" accent3="accent3" accent4="accent4" accent5="accent5" accent6="accent6" hlink="hlink" folHlink="folHlink"/>
  <p:sldLayoutIdLst>
    <p:sldLayoutId id="2147483663" r:id="rId2"/>
  </p:sldLayoutIdLst>
</p:sldMaster>
</file>

<file path=ppt/slideMasters/slideMaster9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" name="PlaceHolder 1"/>
          <p:cNvSpPr>
            <a:spLocks noGrp="1"/>
          </p:cNvSpPr>
          <p:nvPr>
            <p:ph type="dt" idx="25"/>
          </p:nvPr>
        </p:nvSpPr>
        <p:spPr>
          <a:xfrm>
            <a:off x="457200" y="6356520"/>
            <a:ext cx="213336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defTabSz="457200">
              <a:lnSpc>
                <a:spcPct val="100000"/>
              </a:lnSpc>
              <a:buNone/>
              <a:defRPr b="0" lang="en-US" sz="1200" spc="-1" strike="noStrike">
                <a:solidFill>
                  <a:schemeClr val="dk1">
                    <a:tint val="75000"/>
                  </a:schemeClr>
                </a:solidFill>
                <a:latin typeface="Calibri"/>
              </a:defRPr>
            </a:lvl1pPr>
          </a:lstStyle>
          <a:p>
            <a:pPr indent="0" defTabSz="457200">
              <a:lnSpc>
                <a:spcPct val="100000"/>
              </a:lnSpc>
              <a:buNone/>
            </a:pPr>
            <a:r>
              <a:rPr b="0" lang="en-US" sz="1200" spc="-1" strike="noStrike">
                <a:solidFill>
                  <a:schemeClr val="dk1">
                    <a:tint val="75000"/>
                  </a:schemeClr>
                </a:solidFill>
                <a:latin typeface="Calibri"/>
              </a:rPr>
              <a:t>&lt;дата/время&gt;</a:t>
            </a:r>
            <a:endParaRPr b="0" lang="ru-RU" sz="12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51" name="PlaceHolder 2"/>
          <p:cNvSpPr>
            <a:spLocks noGrp="1"/>
          </p:cNvSpPr>
          <p:nvPr>
            <p:ph type="ftr" idx="26"/>
          </p:nvPr>
        </p:nvSpPr>
        <p:spPr>
          <a:xfrm>
            <a:off x="3124080" y="6356520"/>
            <a:ext cx="289512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ctr">
              <a:buNone/>
              <a:defRPr b="0" lang="ru-RU" sz="1400" spc="-1" strike="noStrike">
                <a:solidFill>
                  <a:srgbClr val="000000"/>
                </a:solidFill>
                <a:latin typeface="Times New Roman"/>
              </a:defRPr>
            </a:lvl1pPr>
          </a:lstStyle>
          <a:p>
            <a:pPr indent="0" algn="ctr">
              <a:buNone/>
            </a:pPr>
            <a:r>
              <a:rPr b="0" lang="ru-RU" sz="1400" spc="-1" strike="noStrike">
                <a:solidFill>
                  <a:srgbClr val="000000"/>
                </a:solidFill>
                <a:latin typeface="Times New Roman"/>
              </a:rPr>
              <a:t>&lt;нижний колонтитул&gt;</a:t>
            </a:r>
            <a:endParaRPr b="0" lang="ru-RU" sz="1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52" name="PlaceHolder 3"/>
          <p:cNvSpPr>
            <a:spLocks noGrp="1"/>
          </p:cNvSpPr>
          <p:nvPr>
            <p:ph type="sldNum" idx="27"/>
          </p:nvPr>
        </p:nvSpPr>
        <p:spPr>
          <a:xfrm>
            <a:off x="6553080" y="6356520"/>
            <a:ext cx="213336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r" defTabSz="457200">
              <a:lnSpc>
                <a:spcPct val="100000"/>
              </a:lnSpc>
              <a:buNone/>
              <a:defRPr b="0" lang="en-US" sz="1200" spc="-1" strike="noStrike">
                <a:solidFill>
                  <a:schemeClr val="dk1">
                    <a:tint val="75000"/>
                  </a:schemeClr>
                </a:solidFill>
                <a:latin typeface="Calibri"/>
              </a:defRPr>
            </a:lvl1pPr>
          </a:lstStyle>
          <a:p>
            <a:pPr indent="0" algn="r" defTabSz="457200">
              <a:lnSpc>
                <a:spcPct val="100000"/>
              </a:lnSpc>
              <a:buNone/>
            </a:pPr>
            <a:fld id="{FEA007B5-A2B1-46D8-9222-708BC4ECFEE7}" type="slidenum">
              <a:rPr b="0" lang="en-US" sz="1200" spc="-1" strike="noStrike">
                <a:solidFill>
                  <a:schemeClr val="dk1">
                    <a:tint val="75000"/>
                  </a:schemeClr>
                </a:solidFill>
                <a:latin typeface="Calibri"/>
              </a:rPr>
              <a:t>&lt;номер&gt;</a:t>
            </a:fld>
            <a:endParaRPr b="0" lang="ru-RU" sz="12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53" name="PlaceHolder 4"/>
          <p:cNvSpPr>
            <a:spLocks noGrp="1"/>
          </p:cNvSpPr>
          <p:nvPr>
            <p:ph type="title"/>
          </p:nvPr>
        </p:nvSpPr>
        <p:spPr>
          <a:xfrm>
            <a:off x="609480" y="273600"/>
            <a:ext cx="10972080" cy="11448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>
              <a:buNone/>
            </a:pPr>
            <a:r>
              <a:rPr b="0" lang="en-US" sz="1800" spc="-1" strike="noStrike">
                <a:solidFill>
                  <a:schemeClr val="dk1"/>
                </a:solidFill>
                <a:latin typeface="Calibri"/>
              </a:rPr>
              <a:t>Для правки текста заглавия щёлкните мышью</a:t>
            </a:r>
            <a:endParaRPr b="0" lang="en-US" sz="1800" spc="-1" strike="noStrike">
              <a:solidFill>
                <a:schemeClr val="dk1"/>
              </a:solidFill>
              <a:latin typeface="Calibri"/>
            </a:endParaRPr>
          </a:p>
        </p:txBody>
      </p:sp>
      <p:sp>
        <p:nvSpPr>
          <p:cNvPr id="54" name="PlaceHolder 5"/>
          <p:cNvSpPr>
            <a:spLocks noGrp="1"/>
          </p:cNvSpPr>
          <p:nvPr>
            <p:ph type="body"/>
          </p:nvPr>
        </p:nvSpPr>
        <p:spPr>
          <a:xfrm>
            <a:off x="609480" y="1604520"/>
            <a:ext cx="10972080" cy="39772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marL="432000" indent="-324000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3200" spc="-1" strike="noStrike">
                <a:solidFill>
                  <a:schemeClr val="dk1"/>
                </a:solidFill>
                <a:latin typeface="Calibri"/>
              </a:rPr>
              <a:t>Для правки структуры щёлкните мышью</a:t>
            </a:r>
            <a:endParaRPr b="0" lang="en-US" sz="3200" spc="-1" strike="noStrike">
              <a:solidFill>
                <a:schemeClr val="dk1"/>
              </a:solidFill>
              <a:latin typeface="Calibri"/>
            </a:endParaRPr>
          </a:p>
          <a:p>
            <a:pPr lvl="1" marL="864000" indent="-324000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US" sz="2400" spc="-1" strike="noStrike">
                <a:solidFill>
                  <a:schemeClr val="dk1"/>
                </a:solidFill>
                <a:latin typeface="Calibri"/>
              </a:rPr>
              <a:t>Второй уровень структуры</a:t>
            </a:r>
            <a:endParaRPr b="0" lang="en-US" sz="2400" spc="-1" strike="noStrike">
              <a:solidFill>
                <a:schemeClr val="dk1"/>
              </a:solidFill>
              <a:latin typeface="Calibri"/>
            </a:endParaRPr>
          </a:p>
          <a:p>
            <a:pPr lvl="2" marL="1296000" indent="-288000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2000" spc="-1" strike="noStrike">
                <a:solidFill>
                  <a:schemeClr val="dk1"/>
                </a:solidFill>
                <a:latin typeface="Calibri"/>
              </a:rPr>
              <a:t>Третий уровень структуры</a:t>
            </a:r>
            <a:endParaRPr b="0" lang="en-US" sz="2000" spc="-1" strike="noStrike">
              <a:solidFill>
                <a:schemeClr val="dk1"/>
              </a:solidFill>
              <a:latin typeface="Calibri"/>
            </a:endParaRPr>
          </a:p>
          <a:p>
            <a:pPr lvl="3" marL="1728000" indent="-216000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US" sz="2000" spc="-1" strike="noStrike">
                <a:solidFill>
                  <a:schemeClr val="dk1"/>
                </a:solidFill>
                <a:latin typeface="Calibri"/>
              </a:rPr>
              <a:t>Четвёртый уровень структуры</a:t>
            </a:r>
            <a:endParaRPr b="0" lang="en-US" sz="2000" spc="-1" strike="noStrike">
              <a:solidFill>
                <a:schemeClr val="dk1"/>
              </a:solidFill>
              <a:latin typeface="Calibri"/>
            </a:endParaRPr>
          </a:p>
          <a:p>
            <a:pPr lvl="4" marL="2160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2000" spc="-1" strike="noStrike">
                <a:solidFill>
                  <a:schemeClr val="dk1"/>
                </a:solidFill>
                <a:latin typeface="Calibri"/>
              </a:rPr>
              <a:t>Пятый уровень структуры</a:t>
            </a:r>
            <a:endParaRPr b="0" lang="en-US" sz="2000" spc="-1" strike="noStrike">
              <a:solidFill>
                <a:schemeClr val="dk1"/>
              </a:solidFill>
              <a:latin typeface="Calibri"/>
            </a:endParaRPr>
          </a:p>
          <a:p>
            <a:pPr lvl="5" marL="2592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2000" spc="-1" strike="noStrike">
                <a:solidFill>
                  <a:schemeClr val="dk1"/>
                </a:solidFill>
                <a:latin typeface="Calibri"/>
              </a:rPr>
              <a:t>Шестой уровень структуры</a:t>
            </a:r>
            <a:endParaRPr b="0" lang="en-US" sz="2000" spc="-1" strike="noStrike">
              <a:solidFill>
                <a:schemeClr val="dk1"/>
              </a:solidFill>
              <a:latin typeface="Calibri"/>
            </a:endParaRPr>
          </a:p>
          <a:p>
            <a:pPr lvl="6" marL="3024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2000" spc="-1" strike="noStrike">
                <a:solidFill>
                  <a:schemeClr val="dk1"/>
                </a:solidFill>
                <a:latin typeface="Calibri"/>
              </a:rPr>
              <a:t>Седьмой уровень структуры</a:t>
            </a:r>
            <a:endParaRPr b="0" lang="en-US" sz="2000" spc="-1" strike="noStrike">
              <a:solidFill>
                <a:schemeClr val="dk1"/>
              </a:solidFill>
              <a:latin typeface="Calibri"/>
            </a:endParaRPr>
          </a:p>
        </p:txBody>
      </p:sp>
    </p:spTree>
  </p:cSld>
  <p:clrMap bg1="lt1" bg2="lt2" tx1="dk1" tx2="dk2" accent1="accent1" accent2="accent2" accent3="accent3" accent4="accent4" accent5="accent5" accent6="accent6" hlink="hlink" folHlink="folHlink"/>
  <p:sldLayoutIdLst>
    <p:sldLayoutId id="2147483665" r:id="rId2"/>
  </p:sldLayoutIdLst>
</p:sldMaster>
</file>

<file path=ppt/slideMasters/slideMaster10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" name="PlaceHolder 1"/>
          <p:cNvSpPr>
            <a:spLocks noGrp="1"/>
          </p:cNvSpPr>
          <p:nvPr>
            <p:ph type="title"/>
          </p:nvPr>
        </p:nvSpPr>
        <p:spPr>
          <a:xfrm>
            <a:off x="457200" y="272880"/>
            <a:ext cx="3007800" cy="116172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b">
            <a:noAutofit/>
          </a:bodyPr>
          <a:p>
            <a:pPr indent="0" defTabSz="457200">
              <a:lnSpc>
                <a:spcPct val="100000"/>
              </a:lnSpc>
              <a:buNone/>
            </a:pPr>
            <a:r>
              <a:rPr b="1" lang="en-US" sz="2000" spc="-1" strike="noStrike">
                <a:solidFill>
                  <a:schemeClr val="dk1"/>
                </a:solidFill>
                <a:latin typeface="Calibri"/>
              </a:rPr>
              <a:t>Click to edit Master title style</a:t>
            </a:r>
            <a:endParaRPr b="0" lang="en-US" sz="2000" spc="-1" strike="noStrike">
              <a:solidFill>
                <a:schemeClr val="dk1"/>
              </a:solidFill>
              <a:latin typeface="Calibri"/>
            </a:endParaRPr>
          </a:p>
        </p:txBody>
      </p:sp>
      <p:sp>
        <p:nvSpPr>
          <p:cNvPr id="56" name="PlaceHolder 2"/>
          <p:cNvSpPr>
            <a:spLocks noGrp="1"/>
          </p:cNvSpPr>
          <p:nvPr>
            <p:ph type="body"/>
          </p:nvPr>
        </p:nvSpPr>
        <p:spPr>
          <a:xfrm>
            <a:off x="3575160" y="272880"/>
            <a:ext cx="5111280" cy="58528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marL="343080" indent="-343080" defTabSz="457200">
              <a:lnSpc>
                <a:spcPct val="100000"/>
              </a:lnSpc>
              <a:spcBef>
                <a:spcPts val="641"/>
              </a:spcBef>
              <a:buClr>
                <a:srgbClr val="000000"/>
              </a:buClr>
              <a:buFont typeface="Arial"/>
              <a:buChar char="•"/>
            </a:pPr>
            <a:r>
              <a:rPr b="0" lang="en-US" sz="3200" spc="-1" strike="noStrike">
                <a:solidFill>
                  <a:schemeClr val="dk1"/>
                </a:solidFill>
                <a:latin typeface="Calibri"/>
              </a:rPr>
              <a:t>Click to edit Master text styles</a:t>
            </a:r>
            <a:endParaRPr b="0" lang="en-US" sz="3200" spc="-1" strike="noStrike">
              <a:solidFill>
                <a:schemeClr val="dk1"/>
              </a:solidFill>
              <a:latin typeface="Calibri"/>
            </a:endParaRPr>
          </a:p>
          <a:p>
            <a:pPr lvl="1" marL="743040" indent="-285840" defTabSz="457200">
              <a:lnSpc>
                <a:spcPct val="100000"/>
              </a:lnSpc>
              <a:spcBef>
                <a:spcPts val="561"/>
              </a:spcBef>
              <a:buClr>
                <a:srgbClr val="000000"/>
              </a:buClr>
              <a:buFont typeface="Arial"/>
              <a:buChar char="–"/>
            </a:pPr>
            <a:r>
              <a:rPr b="0" lang="en-US" sz="2800" spc="-1" strike="noStrike">
                <a:solidFill>
                  <a:schemeClr val="dk1"/>
                </a:solidFill>
                <a:latin typeface="Calibri"/>
              </a:rPr>
              <a:t>Second level</a:t>
            </a:r>
            <a:endParaRPr b="0" lang="en-US" sz="2800" spc="-1" strike="noStrike">
              <a:solidFill>
                <a:schemeClr val="dk1"/>
              </a:solidFill>
              <a:latin typeface="Calibri"/>
            </a:endParaRPr>
          </a:p>
          <a:p>
            <a:pPr lvl="2" marL="1143000" indent="-228600" defTabSz="457200">
              <a:lnSpc>
                <a:spcPct val="100000"/>
              </a:lnSpc>
              <a:spcBef>
                <a:spcPts val="479"/>
              </a:spcBef>
              <a:buClr>
                <a:srgbClr val="000000"/>
              </a:buClr>
              <a:buFont typeface="Arial"/>
              <a:buChar char="•"/>
            </a:pPr>
            <a:r>
              <a:rPr b="0" lang="en-US" sz="2400" spc="-1" strike="noStrike">
                <a:solidFill>
                  <a:schemeClr val="dk1"/>
                </a:solidFill>
                <a:latin typeface="Calibri"/>
              </a:rPr>
              <a:t>Third level</a:t>
            </a:r>
            <a:endParaRPr b="0" lang="en-US" sz="2400" spc="-1" strike="noStrike">
              <a:solidFill>
                <a:schemeClr val="dk1"/>
              </a:solidFill>
              <a:latin typeface="Calibri"/>
            </a:endParaRPr>
          </a:p>
          <a:p>
            <a:pPr lvl="3" marL="1600200" indent="-228600" defTabSz="457200">
              <a:lnSpc>
                <a:spcPct val="100000"/>
              </a:lnSpc>
              <a:spcBef>
                <a:spcPts val="400"/>
              </a:spcBef>
              <a:buClr>
                <a:srgbClr val="000000"/>
              </a:buClr>
              <a:buFont typeface="Arial"/>
              <a:buChar char="–"/>
            </a:pPr>
            <a:r>
              <a:rPr b="0" lang="en-US" sz="2000" spc="-1" strike="noStrike">
                <a:solidFill>
                  <a:schemeClr val="dk1"/>
                </a:solidFill>
                <a:latin typeface="Calibri"/>
              </a:rPr>
              <a:t>Fourth level</a:t>
            </a:r>
            <a:endParaRPr b="0" lang="en-US" sz="2000" spc="-1" strike="noStrike">
              <a:solidFill>
                <a:schemeClr val="dk1"/>
              </a:solidFill>
              <a:latin typeface="Calibri"/>
            </a:endParaRPr>
          </a:p>
          <a:p>
            <a:pPr lvl="4" marL="2057400" indent="-228600" defTabSz="457200">
              <a:lnSpc>
                <a:spcPct val="100000"/>
              </a:lnSpc>
              <a:spcBef>
                <a:spcPts val="400"/>
              </a:spcBef>
              <a:buClr>
                <a:srgbClr val="000000"/>
              </a:buClr>
              <a:buFont typeface="Arial"/>
              <a:buChar char="»"/>
            </a:pPr>
            <a:r>
              <a:rPr b="0" lang="en-US" sz="2000" spc="-1" strike="noStrike">
                <a:solidFill>
                  <a:schemeClr val="dk1"/>
                </a:solidFill>
                <a:latin typeface="Calibri"/>
              </a:rPr>
              <a:t>Fifth level</a:t>
            </a:r>
            <a:endParaRPr b="0" lang="en-US" sz="2000" spc="-1" strike="noStrike">
              <a:solidFill>
                <a:schemeClr val="dk1"/>
              </a:solidFill>
              <a:latin typeface="Calibri"/>
            </a:endParaRPr>
          </a:p>
        </p:txBody>
      </p:sp>
      <p:sp>
        <p:nvSpPr>
          <p:cNvPr id="57" name="PlaceHolder 3"/>
          <p:cNvSpPr>
            <a:spLocks noGrp="1"/>
          </p:cNvSpPr>
          <p:nvPr>
            <p:ph type="body"/>
          </p:nvPr>
        </p:nvSpPr>
        <p:spPr>
          <a:xfrm>
            <a:off x="457200" y="1434960"/>
            <a:ext cx="3007800" cy="469080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indent="0" defTabSz="457200">
              <a:lnSpc>
                <a:spcPct val="100000"/>
              </a:lnSpc>
              <a:spcBef>
                <a:spcPts val="281"/>
              </a:spcBef>
              <a:buNone/>
              <a:tabLst>
                <a:tab algn="l" pos="0"/>
              </a:tabLst>
            </a:pPr>
            <a:r>
              <a:rPr b="0" lang="en-US" sz="1400" spc="-1" strike="noStrike">
                <a:solidFill>
                  <a:schemeClr val="dk1"/>
                </a:solidFill>
                <a:latin typeface="Calibri"/>
              </a:rPr>
              <a:t>Click to edit Master text styles</a:t>
            </a:r>
            <a:endParaRPr b="0" lang="en-US" sz="1400" spc="-1" strike="noStrike">
              <a:solidFill>
                <a:schemeClr val="dk1"/>
              </a:solidFill>
              <a:latin typeface="Calibri"/>
            </a:endParaRPr>
          </a:p>
        </p:txBody>
      </p:sp>
      <p:sp>
        <p:nvSpPr>
          <p:cNvPr id="58" name="PlaceHolder 4"/>
          <p:cNvSpPr>
            <a:spLocks noGrp="1"/>
          </p:cNvSpPr>
          <p:nvPr>
            <p:ph type="dt" idx="28"/>
          </p:nvPr>
        </p:nvSpPr>
        <p:spPr>
          <a:xfrm>
            <a:off x="457200" y="6356520"/>
            <a:ext cx="213336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defTabSz="457200">
              <a:lnSpc>
                <a:spcPct val="100000"/>
              </a:lnSpc>
              <a:buNone/>
              <a:defRPr b="0" lang="en-US" sz="1200" spc="-1" strike="noStrike">
                <a:solidFill>
                  <a:schemeClr val="dk1">
                    <a:tint val="75000"/>
                  </a:schemeClr>
                </a:solidFill>
                <a:latin typeface="Calibri"/>
              </a:defRPr>
            </a:lvl1pPr>
          </a:lstStyle>
          <a:p>
            <a:pPr indent="0" defTabSz="457200">
              <a:lnSpc>
                <a:spcPct val="100000"/>
              </a:lnSpc>
              <a:buNone/>
            </a:pPr>
            <a:r>
              <a:rPr b="0" lang="en-US" sz="1200" spc="-1" strike="noStrike">
                <a:solidFill>
                  <a:schemeClr val="dk1">
                    <a:tint val="75000"/>
                  </a:schemeClr>
                </a:solidFill>
                <a:latin typeface="Calibri"/>
              </a:rPr>
              <a:t>&lt;дата/время&gt;</a:t>
            </a:r>
            <a:endParaRPr b="0" lang="ru-RU" sz="12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59" name="PlaceHolder 5"/>
          <p:cNvSpPr>
            <a:spLocks noGrp="1"/>
          </p:cNvSpPr>
          <p:nvPr>
            <p:ph type="ftr" idx="29"/>
          </p:nvPr>
        </p:nvSpPr>
        <p:spPr>
          <a:xfrm>
            <a:off x="3124080" y="6356520"/>
            <a:ext cx="289512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ctr">
              <a:buNone/>
              <a:defRPr b="0" lang="ru-RU" sz="1400" spc="-1" strike="noStrike">
                <a:solidFill>
                  <a:srgbClr val="000000"/>
                </a:solidFill>
                <a:latin typeface="Times New Roman"/>
              </a:defRPr>
            </a:lvl1pPr>
          </a:lstStyle>
          <a:p>
            <a:pPr indent="0" algn="ctr">
              <a:buNone/>
            </a:pPr>
            <a:r>
              <a:rPr b="0" lang="ru-RU" sz="1400" spc="-1" strike="noStrike">
                <a:solidFill>
                  <a:srgbClr val="000000"/>
                </a:solidFill>
                <a:latin typeface="Times New Roman"/>
              </a:rPr>
              <a:t>&lt;нижний колонтитул&gt;</a:t>
            </a:r>
            <a:endParaRPr b="0" lang="ru-RU" sz="1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60" name="PlaceHolder 6"/>
          <p:cNvSpPr>
            <a:spLocks noGrp="1"/>
          </p:cNvSpPr>
          <p:nvPr>
            <p:ph type="sldNum" idx="30"/>
          </p:nvPr>
        </p:nvSpPr>
        <p:spPr>
          <a:xfrm>
            <a:off x="6553080" y="6356520"/>
            <a:ext cx="213336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r" defTabSz="457200">
              <a:lnSpc>
                <a:spcPct val="100000"/>
              </a:lnSpc>
              <a:buNone/>
              <a:defRPr b="0" lang="en-US" sz="1200" spc="-1" strike="noStrike">
                <a:solidFill>
                  <a:schemeClr val="dk1">
                    <a:tint val="75000"/>
                  </a:schemeClr>
                </a:solidFill>
                <a:latin typeface="Calibri"/>
              </a:defRPr>
            </a:lvl1pPr>
          </a:lstStyle>
          <a:p>
            <a:pPr indent="0" algn="r" defTabSz="457200">
              <a:lnSpc>
                <a:spcPct val="100000"/>
              </a:lnSpc>
              <a:buNone/>
            </a:pPr>
            <a:fld id="{1D164B3D-6887-4EEC-84F6-C3753B6B2293}" type="slidenum">
              <a:rPr b="0" lang="en-US" sz="1200" spc="-1" strike="noStrike">
                <a:solidFill>
                  <a:schemeClr val="dk1">
                    <a:tint val="75000"/>
                  </a:schemeClr>
                </a:solidFill>
                <a:latin typeface="Calibri"/>
              </a:rPr>
              <a:t>&lt;номер&gt;</a:t>
            </a:fld>
            <a:endParaRPr b="0" lang="ru-RU" sz="1200" spc="-1" strike="noStrike">
              <a:solidFill>
                <a:srgbClr val="000000"/>
              </a:solidFill>
              <a:latin typeface="Times New Roman"/>
            </a:endParaRPr>
          </a:p>
        </p:txBody>
      </p:sp>
    </p:spTree>
  </p:cSld>
  <p:clrMap bg1="lt1" bg2="lt2" tx1="dk1" tx2="dk2" accent1="accent1" accent2="accent2" accent3="accent3" accent4="accent4" accent5="accent5" accent6="accent6" hlink="hlink" folHlink="folHlink"/>
  <p:sldLayoutIdLst>
    <p:sldLayoutId id="2147483667" r:id="rId2"/>
  </p:sldLayoutIdLst>
</p:sldMaster>
</file>

<file path=ppt/slideMasters/slideMaster11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" name="PlaceHolder 1"/>
          <p:cNvSpPr>
            <a:spLocks noGrp="1"/>
          </p:cNvSpPr>
          <p:nvPr>
            <p:ph type="title"/>
          </p:nvPr>
        </p:nvSpPr>
        <p:spPr>
          <a:xfrm>
            <a:off x="1792440" y="4800600"/>
            <a:ext cx="5486040" cy="5662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b">
            <a:noAutofit/>
          </a:bodyPr>
          <a:p>
            <a:pPr indent="0" defTabSz="457200">
              <a:lnSpc>
                <a:spcPct val="100000"/>
              </a:lnSpc>
              <a:buNone/>
            </a:pPr>
            <a:r>
              <a:rPr b="1" lang="en-US" sz="2000" spc="-1" strike="noStrike">
                <a:solidFill>
                  <a:schemeClr val="dk1"/>
                </a:solidFill>
                <a:latin typeface="Calibri"/>
              </a:rPr>
              <a:t>Click to edit Master title style</a:t>
            </a:r>
            <a:endParaRPr b="0" lang="en-US" sz="2000" spc="-1" strike="noStrike">
              <a:solidFill>
                <a:schemeClr val="dk1"/>
              </a:solidFill>
              <a:latin typeface="Calibri"/>
            </a:endParaRPr>
          </a:p>
        </p:txBody>
      </p:sp>
      <p:sp>
        <p:nvSpPr>
          <p:cNvPr id="62" name="PlaceHolder 2"/>
          <p:cNvSpPr>
            <a:spLocks noGrp="1"/>
          </p:cNvSpPr>
          <p:nvPr>
            <p:ph type="body"/>
          </p:nvPr>
        </p:nvSpPr>
        <p:spPr>
          <a:xfrm>
            <a:off x="1792440" y="612720"/>
            <a:ext cx="5486040" cy="411444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5000" bIns="45000" anchor="t">
            <a:noAutofit/>
          </a:bodyPr>
          <a:p>
            <a:pPr marL="432000" indent="-324000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3200" spc="-1" strike="noStrike">
                <a:solidFill>
                  <a:schemeClr val="dk1"/>
                </a:solidFill>
                <a:latin typeface="Calibri"/>
              </a:rPr>
              <a:t>Для правки структуры щёлкните мышью</a:t>
            </a:r>
            <a:endParaRPr b="0" lang="en-US" sz="3200" spc="-1" strike="noStrike">
              <a:solidFill>
                <a:schemeClr val="dk1"/>
              </a:solidFill>
              <a:latin typeface="Calibri"/>
            </a:endParaRPr>
          </a:p>
          <a:p>
            <a:pPr lvl="1" marL="864000" indent="-324000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US" sz="3200" spc="-1" strike="noStrike">
                <a:solidFill>
                  <a:schemeClr val="dk1"/>
                </a:solidFill>
                <a:latin typeface="Calibri"/>
              </a:rPr>
              <a:t>Второй уровень структуры</a:t>
            </a:r>
            <a:endParaRPr b="0" lang="en-US" sz="3200" spc="-1" strike="noStrike">
              <a:solidFill>
                <a:schemeClr val="dk1"/>
              </a:solidFill>
              <a:latin typeface="Calibri"/>
            </a:endParaRPr>
          </a:p>
          <a:p>
            <a:pPr lvl="2" marL="1296000" indent="-288000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3200" spc="-1" strike="noStrike">
                <a:solidFill>
                  <a:schemeClr val="dk1"/>
                </a:solidFill>
                <a:latin typeface="Calibri"/>
              </a:rPr>
              <a:t>Третий уровень структуры</a:t>
            </a:r>
            <a:endParaRPr b="0" lang="en-US" sz="3200" spc="-1" strike="noStrike">
              <a:solidFill>
                <a:schemeClr val="dk1"/>
              </a:solidFill>
              <a:latin typeface="Calibri"/>
            </a:endParaRPr>
          </a:p>
          <a:p>
            <a:pPr lvl="3" marL="1728000" indent="-216000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US" sz="3200" spc="-1" strike="noStrike">
                <a:solidFill>
                  <a:schemeClr val="dk1"/>
                </a:solidFill>
                <a:latin typeface="Calibri"/>
              </a:rPr>
              <a:t>Четвёртый уровень структуры</a:t>
            </a:r>
            <a:endParaRPr b="0" lang="en-US" sz="3200" spc="-1" strike="noStrike">
              <a:solidFill>
                <a:schemeClr val="dk1"/>
              </a:solidFill>
              <a:latin typeface="Calibri"/>
            </a:endParaRPr>
          </a:p>
          <a:p>
            <a:pPr lvl="4" marL="2160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3200" spc="-1" strike="noStrike">
                <a:solidFill>
                  <a:schemeClr val="dk1"/>
                </a:solidFill>
                <a:latin typeface="Calibri"/>
              </a:rPr>
              <a:t>Пятый уровень структуры</a:t>
            </a:r>
            <a:endParaRPr b="0" lang="en-US" sz="3200" spc="-1" strike="noStrike">
              <a:solidFill>
                <a:schemeClr val="dk1"/>
              </a:solidFill>
              <a:latin typeface="Calibri"/>
            </a:endParaRPr>
          </a:p>
          <a:p>
            <a:pPr lvl="5" marL="2592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3200" spc="-1" strike="noStrike">
                <a:solidFill>
                  <a:schemeClr val="dk1"/>
                </a:solidFill>
                <a:latin typeface="Calibri"/>
              </a:rPr>
              <a:t>Шестой уровень структуры</a:t>
            </a:r>
            <a:endParaRPr b="0" lang="en-US" sz="3200" spc="-1" strike="noStrike">
              <a:solidFill>
                <a:schemeClr val="dk1"/>
              </a:solidFill>
              <a:latin typeface="Calibri"/>
            </a:endParaRPr>
          </a:p>
          <a:p>
            <a:pPr lvl="6" marL="3024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3200" spc="-1" strike="noStrike">
                <a:solidFill>
                  <a:schemeClr val="dk1"/>
                </a:solidFill>
                <a:latin typeface="Calibri"/>
              </a:rPr>
              <a:t>Седьмой уровень структуры</a:t>
            </a:r>
            <a:endParaRPr b="0" lang="en-US" sz="3200" spc="-1" strike="noStrike">
              <a:solidFill>
                <a:schemeClr val="dk1"/>
              </a:solidFill>
              <a:latin typeface="Calibri"/>
            </a:endParaRPr>
          </a:p>
        </p:txBody>
      </p:sp>
      <p:sp>
        <p:nvSpPr>
          <p:cNvPr id="63" name="PlaceHolder 3"/>
          <p:cNvSpPr>
            <a:spLocks noGrp="1"/>
          </p:cNvSpPr>
          <p:nvPr>
            <p:ph type="body"/>
          </p:nvPr>
        </p:nvSpPr>
        <p:spPr>
          <a:xfrm>
            <a:off x="1792440" y="5367240"/>
            <a:ext cx="5486040" cy="80460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indent="0" defTabSz="457200">
              <a:lnSpc>
                <a:spcPct val="100000"/>
              </a:lnSpc>
              <a:spcBef>
                <a:spcPts val="281"/>
              </a:spcBef>
              <a:buNone/>
              <a:tabLst>
                <a:tab algn="l" pos="0"/>
              </a:tabLst>
            </a:pPr>
            <a:r>
              <a:rPr b="0" lang="en-US" sz="1400" spc="-1" strike="noStrike">
                <a:solidFill>
                  <a:schemeClr val="dk1"/>
                </a:solidFill>
                <a:latin typeface="Calibri"/>
              </a:rPr>
              <a:t>Click to edit Master text styles</a:t>
            </a:r>
            <a:endParaRPr b="0" lang="en-US" sz="1400" spc="-1" strike="noStrike">
              <a:solidFill>
                <a:schemeClr val="dk1"/>
              </a:solidFill>
              <a:latin typeface="Calibri"/>
            </a:endParaRPr>
          </a:p>
        </p:txBody>
      </p:sp>
      <p:sp>
        <p:nvSpPr>
          <p:cNvPr id="64" name="PlaceHolder 4"/>
          <p:cNvSpPr>
            <a:spLocks noGrp="1"/>
          </p:cNvSpPr>
          <p:nvPr>
            <p:ph type="dt" idx="31"/>
          </p:nvPr>
        </p:nvSpPr>
        <p:spPr>
          <a:xfrm>
            <a:off x="457200" y="6356520"/>
            <a:ext cx="213336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defTabSz="457200">
              <a:lnSpc>
                <a:spcPct val="100000"/>
              </a:lnSpc>
              <a:buNone/>
              <a:defRPr b="0" lang="en-US" sz="1200" spc="-1" strike="noStrike">
                <a:solidFill>
                  <a:schemeClr val="dk1">
                    <a:tint val="75000"/>
                  </a:schemeClr>
                </a:solidFill>
                <a:latin typeface="Calibri"/>
              </a:defRPr>
            </a:lvl1pPr>
          </a:lstStyle>
          <a:p>
            <a:pPr indent="0" defTabSz="457200">
              <a:lnSpc>
                <a:spcPct val="100000"/>
              </a:lnSpc>
              <a:buNone/>
            </a:pPr>
            <a:r>
              <a:rPr b="0" lang="en-US" sz="1200" spc="-1" strike="noStrike">
                <a:solidFill>
                  <a:schemeClr val="dk1">
                    <a:tint val="75000"/>
                  </a:schemeClr>
                </a:solidFill>
                <a:latin typeface="Calibri"/>
              </a:rPr>
              <a:t>&lt;дата/время&gt;</a:t>
            </a:r>
            <a:endParaRPr b="0" lang="ru-RU" sz="12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65" name="PlaceHolder 5"/>
          <p:cNvSpPr>
            <a:spLocks noGrp="1"/>
          </p:cNvSpPr>
          <p:nvPr>
            <p:ph type="ftr" idx="32"/>
          </p:nvPr>
        </p:nvSpPr>
        <p:spPr>
          <a:xfrm>
            <a:off x="3124080" y="6356520"/>
            <a:ext cx="289512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ctr">
              <a:buNone/>
              <a:defRPr b="0" lang="ru-RU" sz="1400" spc="-1" strike="noStrike">
                <a:solidFill>
                  <a:srgbClr val="000000"/>
                </a:solidFill>
                <a:latin typeface="Times New Roman"/>
              </a:defRPr>
            </a:lvl1pPr>
          </a:lstStyle>
          <a:p>
            <a:pPr indent="0" algn="ctr">
              <a:buNone/>
            </a:pPr>
            <a:r>
              <a:rPr b="0" lang="ru-RU" sz="1400" spc="-1" strike="noStrike">
                <a:solidFill>
                  <a:srgbClr val="000000"/>
                </a:solidFill>
                <a:latin typeface="Times New Roman"/>
              </a:rPr>
              <a:t>&lt;нижний колонтитул&gt;</a:t>
            </a:r>
            <a:endParaRPr b="0" lang="ru-RU" sz="1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66" name="PlaceHolder 6"/>
          <p:cNvSpPr>
            <a:spLocks noGrp="1"/>
          </p:cNvSpPr>
          <p:nvPr>
            <p:ph type="sldNum" idx="33"/>
          </p:nvPr>
        </p:nvSpPr>
        <p:spPr>
          <a:xfrm>
            <a:off x="6553080" y="6356520"/>
            <a:ext cx="213336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r" defTabSz="457200">
              <a:lnSpc>
                <a:spcPct val="100000"/>
              </a:lnSpc>
              <a:buNone/>
              <a:defRPr b="0" lang="en-US" sz="1200" spc="-1" strike="noStrike">
                <a:solidFill>
                  <a:schemeClr val="dk1">
                    <a:tint val="75000"/>
                  </a:schemeClr>
                </a:solidFill>
                <a:latin typeface="Calibri"/>
              </a:defRPr>
            </a:lvl1pPr>
          </a:lstStyle>
          <a:p>
            <a:pPr indent="0" algn="r" defTabSz="457200">
              <a:lnSpc>
                <a:spcPct val="100000"/>
              </a:lnSpc>
              <a:buNone/>
            </a:pPr>
            <a:fld id="{2462E51B-0704-4D0A-97EA-8BF2ABB5AA70}" type="slidenum">
              <a:rPr b="0" lang="en-US" sz="1200" spc="-1" strike="noStrike">
                <a:solidFill>
                  <a:schemeClr val="dk1">
                    <a:tint val="75000"/>
                  </a:schemeClr>
                </a:solidFill>
                <a:latin typeface="Calibri"/>
              </a:rPr>
              <a:t>&lt;номер&gt;</a:t>
            </a:fld>
            <a:endParaRPr b="0" lang="ru-RU" sz="1200" spc="-1" strike="noStrike">
              <a:solidFill>
                <a:srgbClr val="000000"/>
              </a:solidFill>
              <a:latin typeface="Times New Roman"/>
            </a:endParaRPr>
          </a:p>
        </p:txBody>
      </p:sp>
    </p:spTree>
  </p:cSld>
  <p:clrMap bg1="lt1" bg2="lt2" tx1="dk1" tx2="dk2" accent1="accent1" accent2="accent2" accent3="accent3" accent4="accent4" accent5="accent5" accent6="accent6" hlink="hlink" folHlink="folHlink"/>
  <p:sldLayoutIdLst>
    <p:sldLayoutId id="2147483669" r:id="rId2"/>
  </p:sldLayoutIdLst>
</p:sldMaster>
</file>

<file path=ppt/slides/_rels/slide1.xml.rels><?xml version="1.0" encoding="UTF-8"?>
<Relationships xmlns="http://schemas.openxmlformats.org/package/2006/relationships"><Relationship Id="rId1" Type="http://schemas.openxmlformats.org/officeDocument/2006/relationships/slideLayout" Target="../slideLayouts/slideLayout9.xml"/><Relationship Id="rId2" Type="http://schemas.openxmlformats.org/officeDocument/2006/relationships/notesSlide" Target="../notesSlides/notesSlide1.xml"/>
</Relationships>
</file>

<file path=ppt/slides/_rels/slide2.xml.rels><?xml version="1.0" encoding="UTF-8"?>
<Relationships xmlns="http://schemas.openxmlformats.org/package/2006/relationships"><Relationship Id="rId1" Type="http://schemas.openxmlformats.org/officeDocument/2006/relationships/slideLayout" Target="../slideLayouts/slideLayout9.xml"/><Relationship Id="rId2" Type="http://schemas.openxmlformats.org/officeDocument/2006/relationships/notesSlide" Target="../notesSlides/notesSlide2.xml"/>
</Relationships>
</file>

<file path=ppt/slides/_rels/slide3.xml.rels><?xml version="1.0" encoding="UTF-8"?>
<Relationships xmlns="http://schemas.openxmlformats.org/package/2006/relationships"><Relationship Id="rId1" Type="http://schemas.openxmlformats.org/officeDocument/2006/relationships/image" Target="../media/image1.png"/><Relationship Id="rId2" Type="http://schemas.openxmlformats.org/officeDocument/2006/relationships/slideLayout" Target="../slideLayouts/slideLayout9.xml"/><Relationship Id="rId3" Type="http://schemas.openxmlformats.org/officeDocument/2006/relationships/notesSlide" Target="../notesSlides/notesSlide3.xml"/>
</Relationships>
</file>

<file path=ppt/slides/_rels/slide4.xml.rels><?xml version="1.0" encoding="UTF-8"?>
<Relationships xmlns="http://schemas.openxmlformats.org/package/2006/relationships"><Relationship Id="rId1" Type="http://schemas.openxmlformats.org/officeDocument/2006/relationships/image" Target="../media/image2.png"/><Relationship Id="rId2" Type="http://schemas.openxmlformats.org/officeDocument/2006/relationships/slideLayout" Target="../slideLayouts/slideLayout9.xml"/><Relationship Id="rId3" Type="http://schemas.openxmlformats.org/officeDocument/2006/relationships/notesSlide" Target="../notesSlides/notesSlide4.xml"/>
</Relationships>
</file>

<file path=ppt/slides/_rels/slide5.xml.rels><?xml version="1.0" encoding="UTF-8"?>
<Relationships xmlns="http://schemas.openxmlformats.org/package/2006/relationships"><Relationship Id="rId1" Type="http://schemas.openxmlformats.org/officeDocument/2006/relationships/slideLayout" Target="../slideLayouts/slideLayout9.xml"/><Relationship Id="rId2" Type="http://schemas.openxmlformats.org/officeDocument/2006/relationships/notesSlide" Target="../notesSlides/notesSlide5.xml"/>
</Relationships>
</file>

<file path=ppt/slides/_rels/slide6.xml.rels><?xml version="1.0" encoding="UTF-8"?>
<Relationships xmlns="http://schemas.openxmlformats.org/package/2006/relationships"><Relationship Id="rId1" Type="http://schemas.openxmlformats.org/officeDocument/2006/relationships/image" Target="../media/image3.png"/><Relationship Id="rId2" Type="http://schemas.openxmlformats.org/officeDocument/2006/relationships/slideLayout" Target="../slideLayouts/slideLayout9.xml"/><Relationship Id="rId3" Type="http://schemas.openxmlformats.org/officeDocument/2006/relationships/notesSlide" Target="../notesSlides/notesSlide6.xml"/>
</Relationships>
</file>

<file path=ppt/slides/_rels/slide7.xml.rels><?xml version="1.0" encoding="UTF-8"?>
<Relationships xmlns="http://schemas.openxmlformats.org/package/2006/relationships"><Relationship Id="rId1" Type="http://schemas.openxmlformats.org/officeDocument/2006/relationships/image" Target="../media/image4.png"/><Relationship Id="rId2" Type="http://schemas.openxmlformats.org/officeDocument/2006/relationships/slideLayout" Target="../slideLayouts/slideLayout9.xml"/><Relationship Id="rId3" Type="http://schemas.openxmlformats.org/officeDocument/2006/relationships/notesSlide" Target="../notesSlides/notesSlide7.xml"/>
</Relationships>
</file>

<file path=ppt/slides/_rels/slide8.xml.rels><?xml version="1.0" encoding="UTF-8"?>
<Relationships xmlns="http://schemas.openxmlformats.org/package/2006/relationships"><Relationship Id="rId1" Type="http://schemas.openxmlformats.org/officeDocument/2006/relationships/image" Target="../media/image5.png"/><Relationship Id="rId2" Type="http://schemas.openxmlformats.org/officeDocument/2006/relationships/slideLayout" Target="../slideLayouts/slideLayout9.xml"/><Relationship Id="rId3" Type="http://schemas.openxmlformats.org/officeDocument/2006/relationships/notesSlide" Target="../notesSlides/notesSlide8.xml"/>
</Relationships>
</file>

<file path=ppt/slides/_rels/slide9.xml.rels><?xml version="1.0" encoding="UTF-8"?>
<Relationships xmlns="http://schemas.openxmlformats.org/package/2006/relationships"><Relationship Id="rId1" Type="http://schemas.openxmlformats.org/officeDocument/2006/relationships/image" Target="../media/image6.png"/><Relationship Id="rId2" Type="http://schemas.openxmlformats.org/officeDocument/2006/relationships/slideLayout" Target="../slideLayouts/slideLayout9.xml"/><Relationship Id="rId3" Type="http://schemas.openxmlformats.org/officeDocument/2006/relationships/notesSlide" Target="../notesSlides/notesSlide9.xml"/>
</Relationships>
</file>

<file path=ppt/slides/_rels/slide10.xml.rels><?xml version="1.0" encoding="UTF-8"?>
<Relationships xmlns="http://schemas.openxmlformats.org/package/2006/relationships"><Relationship Id="rId1" Type="http://schemas.openxmlformats.org/officeDocument/2006/relationships/image" Target="../media/image7.png"/><Relationship Id="rId2" Type="http://schemas.openxmlformats.org/officeDocument/2006/relationships/image" Target="../media/image8.png"/><Relationship Id="rId3" Type="http://schemas.openxmlformats.org/officeDocument/2006/relationships/slideLayout" Target="../slideLayouts/slideLayout9.xml"/><Relationship Id="rId4" Type="http://schemas.openxmlformats.org/officeDocument/2006/relationships/notesSlide" Target="../notesSlides/notesSlide10.xml"/>
</Relationships>
</file>

<file path=ppt/slides/_rels/slide11.xml.rels><?xml version="1.0" encoding="UTF-8"?>
<Relationships xmlns="http://schemas.openxmlformats.org/package/2006/relationships"><Relationship Id="rId1" Type="http://schemas.openxmlformats.org/officeDocument/2006/relationships/slideLayout" Target="../slideLayouts/slideLayout9.xml"/><Relationship Id="rId2" Type="http://schemas.openxmlformats.org/officeDocument/2006/relationships/notesSlide" Target="../notesSlides/notesSlide11.xml"/>
</Relationships>
</file>

<file path=ppt/slides/_rels/slide12.xml.rels><?xml version="1.0" encoding="UTF-8"?>
<Relationships xmlns="http://schemas.openxmlformats.org/package/2006/relationships"><Relationship Id="rId1" Type="http://schemas.openxmlformats.org/officeDocument/2006/relationships/slideLayout" Target="../slideLayouts/slideLayout9.xml"/><Relationship Id="rId2" Type="http://schemas.openxmlformats.org/officeDocument/2006/relationships/notesSlide" Target="../notesSlides/notesSlide12.xml"/>
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0b1f3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3" name="TextBox 1"/>
          <p:cNvSpPr/>
          <p:nvPr/>
        </p:nvSpPr>
        <p:spPr>
          <a:xfrm>
            <a:off x="822960" y="2011680"/>
            <a:ext cx="10515240" cy="12481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b="1" lang="en-US" sz="3800" spc="-1" strike="noStrike">
                <a:solidFill>
                  <a:srgbClr val="e8eef6"/>
                </a:solidFill>
                <a:latin typeface="Calibri"/>
              </a:rPr>
              <a:t>От CDM к dSIDM: поиск тёмного диска в карликовых галактиках</a:t>
            </a:r>
            <a:endParaRPr b="0" lang="ru-RU" sz="3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74" name="TextBox 2"/>
          <p:cNvSpPr/>
          <p:nvPr/>
        </p:nvSpPr>
        <p:spPr>
          <a:xfrm>
            <a:off x="960120" y="3657600"/>
            <a:ext cx="10240920" cy="4096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rIns="90000" tIns="45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b="0" lang="en-US" sz="2100" spc="-1" strike="noStrike">
                <a:solidFill>
                  <a:srgbClr val="4fc3f7"/>
                </a:solidFill>
                <a:latin typeface="Calibri"/>
              </a:rPr>
              <a:t>Может ли диссипативная тёмная материя создать вращающуюся структуру?</a:t>
            </a:r>
            <a:endParaRPr b="0" lang="ru-RU" sz="21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75" name="TextBox 3"/>
          <p:cNvSpPr/>
          <p:nvPr/>
        </p:nvSpPr>
        <p:spPr>
          <a:xfrm>
            <a:off x="3644640" y="5029200"/>
            <a:ext cx="4871880" cy="3031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rIns="90000" tIns="45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b="0" lang="en-US" sz="1400" spc="-1" strike="noStrike">
                <a:solidFill>
                  <a:srgbClr val="a9bfdd"/>
                </a:solidFill>
                <a:latin typeface="Calibri"/>
              </a:rPr>
              <a:t>Численные симуляции SIDM и dSIDM • сентябрь 2026</a:t>
            </a:r>
            <a:endParaRPr b="0" lang="ru-RU" sz="1400" spc="-1" strike="noStrike">
              <a:solidFill>
                <a:srgbClr val="ffffff"/>
              </a:solidFill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0b1f3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6" name="TextBox 1"/>
          <p:cNvSpPr/>
          <p:nvPr/>
        </p:nvSpPr>
        <p:spPr>
          <a:xfrm>
            <a:off x="411480" y="228600"/>
            <a:ext cx="11383920" cy="5014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b="1" lang="en-US" sz="2700" spc="-1" strike="noStrike">
                <a:solidFill>
                  <a:srgbClr val="4fc3f7"/>
                </a:solidFill>
                <a:latin typeface="Calibri"/>
              </a:rPr>
              <a:t>Постановка задачи</a:t>
            </a:r>
            <a:endParaRPr b="0" lang="ru-RU" sz="27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77" name="Rectangle 2"/>
          <p:cNvSpPr/>
          <p:nvPr/>
        </p:nvSpPr>
        <p:spPr>
          <a:xfrm>
            <a:off x="457200" y="987480"/>
            <a:ext cx="11292480" cy="18720"/>
          </a:xfrm>
          <a:prstGeom prst="rect">
            <a:avLst/>
          </a:prstGeom>
          <a:solidFill>
            <a:srgbClr val="4fc3f7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-25920" bIns="-25920" anchor="ctr">
            <a:noAutofit/>
          </a:bodyPr>
          <a:p>
            <a:pPr algn="ctr" defTabSz="457200">
              <a:lnSpc>
                <a:spcPct val="100000"/>
              </a:lnSpc>
            </a:pPr>
            <a:endParaRPr b="0" lang="ru-RU" sz="1800" spc="-1" strike="noStrike">
              <a:solidFill>
                <a:schemeClr val="lt1"/>
              </a:solidFill>
              <a:latin typeface="Calibri"/>
            </a:endParaRPr>
          </a:p>
        </p:txBody>
      </p:sp>
      <p:sp>
        <p:nvSpPr>
          <p:cNvPr id="78" name="TextBox 3"/>
          <p:cNvSpPr/>
          <p:nvPr/>
        </p:nvSpPr>
        <p:spPr>
          <a:xfrm>
            <a:off x="640080" y="1325880"/>
            <a:ext cx="10926720" cy="27410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defTabSz="457200">
              <a:lnSpc>
                <a:spcPct val="100000"/>
              </a:lnSpc>
              <a:spcAft>
                <a:spcPts val="1199"/>
              </a:spcAft>
            </a:pPr>
            <a:r>
              <a:rPr b="0" lang="en-US" sz="1800" spc="-1" strike="noStrike">
                <a:solidFill>
                  <a:srgbClr val="e8eef6"/>
                </a:solidFill>
                <a:latin typeface="Calibri"/>
              </a:rPr>
              <a:t>• </a:t>
            </a:r>
            <a:r>
              <a:rPr b="0" lang="en-US" sz="1800" spc="-1" strike="noStrike">
                <a:solidFill>
                  <a:srgbClr val="e8eef6"/>
                </a:solidFill>
                <a:latin typeface="Calibri"/>
              </a:rPr>
              <a:t>Наблюдаемые карликовые галактики расходятся с предсказаниями CDM: в центрах — пологие ядра, а не крутые каспы, и нет выраженных вращающихся структур.</a:t>
            </a:r>
            <a:endParaRPr b="0" lang="ru-RU" sz="1800" spc="-1" strike="noStrike">
              <a:solidFill>
                <a:srgbClr val="ffffff"/>
              </a:solidFill>
              <a:latin typeface="Arial"/>
            </a:endParaRPr>
          </a:p>
          <a:p>
            <a:pPr defTabSz="457200">
              <a:lnSpc>
                <a:spcPct val="100000"/>
              </a:lnSpc>
              <a:spcAft>
                <a:spcPts val="1199"/>
              </a:spcAft>
            </a:pPr>
            <a:r>
              <a:rPr b="0" lang="en-US" sz="1800" spc="-1" strike="noStrike">
                <a:solidFill>
                  <a:srgbClr val="e8eef6"/>
                </a:solidFill>
                <a:latin typeface="Calibri"/>
              </a:rPr>
              <a:t>• </a:t>
            </a:r>
            <a:r>
              <a:rPr b="0" lang="en-US" sz="1800" spc="-1" strike="noStrike">
                <a:solidFill>
                  <a:srgbClr val="e8eef6"/>
                </a:solidFill>
                <a:latin typeface="Calibri"/>
              </a:rPr>
              <a:t>Идея: если частицы тёмной материи рассеиваются и при столкновениях теряют энергию (диссипативная SIDM, dSIDM), гало может «остывать» и сплющиваться.</a:t>
            </a:r>
            <a:endParaRPr b="0" lang="ru-RU" sz="1800" spc="-1" strike="noStrike">
              <a:solidFill>
                <a:srgbClr val="ffffff"/>
              </a:solidFill>
              <a:latin typeface="Arial"/>
            </a:endParaRPr>
          </a:p>
          <a:p>
            <a:pPr defTabSz="457200">
              <a:lnSpc>
                <a:spcPct val="100000"/>
              </a:lnSpc>
              <a:spcAft>
                <a:spcPts val="1199"/>
              </a:spcAft>
            </a:pPr>
            <a:r>
              <a:rPr b="0" lang="en-US" sz="1800" spc="-1" strike="noStrike">
                <a:solidFill>
                  <a:srgbClr val="e8eef6"/>
                </a:solidFill>
                <a:latin typeface="Calibri"/>
              </a:rPr>
              <a:t>• </a:t>
            </a:r>
            <a:r>
              <a:rPr b="0" lang="en-US" sz="1800" spc="-1" strike="noStrike">
                <a:solidFill>
                  <a:srgbClr val="e8eef6"/>
                </a:solidFill>
                <a:latin typeface="Calibri"/>
              </a:rPr>
              <a:t>Вопрос исследования: способна ли dSIDM сформировать вращающийся тёмный диск — или центральный коллапс и численные патологии наступят раньше?</a:t>
            </a:r>
            <a:endParaRPr b="0" lang="ru-RU" sz="1800" spc="-1" strike="noStrike">
              <a:solidFill>
                <a:srgbClr val="ffffff"/>
              </a:solidFill>
              <a:latin typeface="Arial"/>
            </a:endParaRPr>
          </a:p>
          <a:p>
            <a:pPr defTabSz="457200">
              <a:lnSpc>
                <a:spcPct val="100000"/>
              </a:lnSpc>
              <a:spcAft>
                <a:spcPts val="1199"/>
              </a:spcAft>
            </a:pPr>
            <a:r>
              <a:rPr b="0" lang="en-US" sz="1800" spc="-1" strike="noStrike">
                <a:solidFill>
                  <a:srgbClr val="e8eef6"/>
                </a:solidFill>
                <a:latin typeface="Calibri"/>
              </a:rPr>
              <a:t>• </a:t>
            </a:r>
            <a:r>
              <a:rPr b="0" lang="en-US" sz="1800" spc="-1" strike="noStrike">
                <a:solidFill>
                  <a:srgbClr val="e8eef6"/>
                </a:solidFill>
                <a:latin typeface="Calibri"/>
              </a:rPr>
              <a:t>Метод: серия N-body симуляций изолированного карликового гало с упругим (SIDM) и неупругим (dSIDM) самовзаимодействием, N = 1e5–1e6.</a:t>
            </a:r>
            <a:endParaRPr b="0" lang="ru-RU" sz="1800" spc="-1" strike="noStrike">
              <a:solidFill>
                <a:srgbClr val="ffffff"/>
              </a:solidFill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0b1f3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9" name="TextBox 1"/>
          <p:cNvSpPr/>
          <p:nvPr/>
        </p:nvSpPr>
        <p:spPr>
          <a:xfrm>
            <a:off x="411480" y="228600"/>
            <a:ext cx="11383920" cy="5014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b="1" lang="en-US" sz="2700" spc="-1" strike="noStrike">
                <a:solidFill>
                  <a:srgbClr val="4fc3f7"/>
                </a:solidFill>
                <a:latin typeface="Calibri"/>
              </a:rPr>
              <a:t>CDM: базовая линия</a:t>
            </a:r>
            <a:endParaRPr b="0" lang="ru-RU" sz="27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80" name="Rectangle 2"/>
          <p:cNvSpPr/>
          <p:nvPr/>
        </p:nvSpPr>
        <p:spPr>
          <a:xfrm>
            <a:off x="457200" y="987480"/>
            <a:ext cx="11292480" cy="18720"/>
          </a:xfrm>
          <a:prstGeom prst="rect">
            <a:avLst/>
          </a:prstGeom>
          <a:solidFill>
            <a:srgbClr val="4fc3f7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-25920" bIns="-25920" anchor="ctr">
            <a:noAutofit/>
          </a:bodyPr>
          <a:p>
            <a:pPr algn="ctr" defTabSz="457200">
              <a:lnSpc>
                <a:spcPct val="100000"/>
              </a:lnSpc>
            </a:pPr>
            <a:endParaRPr b="0" lang="ru-RU" sz="1800" spc="-1" strike="noStrike">
              <a:solidFill>
                <a:schemeClr val="lt1"/>
              </a:solidFill>
              <a:latin typeface="Calibri"/>
            </a:endParaRPr>
          </a:p>
        </p:txBody>
      </p:sp>
      <p:pic>
        <p:nvPicPr>
          <p:cNvPr id="81" name="Picture 3" descr="s03_cdm_density_profiles.png"/>
          <p:cNvPicPr/>
          <p:nvPr/>
        </p:nvPicPr>
        <p:blipFill>
          <a:blip r:embed="rId1"/>
          <a:stretch/>
        </p:blipFill>
        <p:spPr>
          <a:xfrm>
            <a:off x="3972960" y="1234440"/>
            <a:ext cx="4260960" cy="3428640"/>
          </a:xfrm>
          <a:prstGeom prst="rect">
            <a:avLst/>
          </a:prstGeom>
          <a:ln w="0">
            <a:noFill/>
          </a:ln>
        </p:spPr>
      </p:pic>
      <p:sp>
        <p:nvSpPr>
          <p:cNvPr id="82" name="TextBox 4"/>
          <p:cNvSpPr/>
          <p:nvPr/>
        </p:nvSpPr>
        <p:spPr>
          <a:xfrm>
            <a:off x="3651480" y="4827960"/>
            <a:ext cx="4903920" cy="2574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rIns="90000" tIns="45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b="0" i="1" lang="en-US" sz="1100" spc="-1" strike="noStrike">
                <a:solidFill>
                  <a:srgbClr val="a9bfdd"/>
                </a:solidFill>
                <a:latin typeface="Calibri"/>
              </a:rPr>
              <a:t>Профили плотности CDM-контроля и SIDM в сравнении с NFW-фитом</a:t>
            </a:r>
            <a:endParaRPr b="0" lang="ru-RU" sz="11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83" name="TextBox 5"/>
          <p:cNvSpPr/>
          <p:nvPr/>
        </p:nvSpPr>
        <p:spPr>
          <a:xfrm>
            <a:off x="640080" y="5257800"/>
            <a:ext cx="10926720" cy="8823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defTabSz="457200">
              <a:lnSpc>
                <a:spcPct val="100000"/>
              </a:lnSpc>
              <a:spcAft>
                <a:spcPts val="1199"/>
              </a:spcAft>
            </a:pPr>
            <a:r>
              <a:rPr b="0" lang="en-US" sz="1400" spc="-1" strike="noStrike">
                <a:solidFill>
                  <a:srgbClr val="e8eef6"/>
                </a:solidFill>
                <a:latin typeface="Calibri"/>
              </a:rPr>
              <a:t>• </a:t>
            </a:r>
            <a:r>
              <a:rPr b="0" lang="en-US" sz="1400" spc="-1" strike="noStrike">
                <a:solidFill>
                  <a:srgbClr val="e8eef6"/>
                </a:solidFill>
                <a:latin typeface="Calibri"/>
              </a:rPr>
              <a:t>Исходная модель: изолированное NFW-гало, масштабный радиус r_s ≈ 4.9 кпк; контроль N = 1e6, обзорные прогоны N = 1e5.</a:t>
            </a:r>
            <a:endParaRPr b="0" lang="ru-RU" sz="1400" spc="-1" strike="noStrike">
              <a:solidFill>
                <a:srgbClr val="ffffff"/>
              </a:solidFill>
              <a:latin typeface="Arial"/>
            </a:endParaRPr>
          </a:p>
          <a:p>
            <a:pPr defTabSz="457200">
              <a:lnSpc>
                <a:spcPct val="100000"/>
              </a:lnSpc>
              <a:spcAft>
                <a:spcPts val="1199"/>
              </a:spcAft>
            </a:pPr>
            <a:r>
              <a:rPr b="0" lang="en-US" sz="1400" spc="-1" strike="noStrike">
                <a:solidFill>
                  <a:srgbClr val="e8eef6"/>
                </a:solidFill>
                <a:latin typeface="Calibri"/>
              </a:rPr>
              <a:t>• </a:t>
            </a:r>
            <a:r>
              <a:rPr b="0" lang="en-US" sz="1400" spc="-1" strike="noStrike">
                <a:solidFill>
                  <a:srgbClr val="e8eef6"/>
                </a:solidFill>
                <a:latin typeface="Calibri"/>
              </a:rPr>
              <a:t>CDM сохраняет сферическое равновесие и крутой центральный профиль — эталон для всех сравнений.</a:t>
            </a:r>
            <a:endParaRPr b="0" lang="ru-RU" sz="1400" spc="-1" strike="noStrike">
              <a:solidFill>
                <a:srgbClr val="ffffff"/>
              </a:solidFill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0b1f3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4" name="TextBox 1"/>
          <p:cNvSpPr/>
          <p:nvPr/>
        </p:nvSpPr>
        <p:spPr>
          <a:xfrm>
            <a:off x="411480" y="228600"/>
            <a:ext cx="11383920" cy="5014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b="1" lang="en-US" sz="2700" spc="-1" strike="noStrike">
                <a:solidFill>
                  <a:srgbClr val="4fc3f7"/>
                </a:solidFill>
                <a:latin typeface="Calibri"/>
              </a:rPr>
              <a:t>Упругий SIDM: ядро вместо каспа</a:t>
            </a:r>
            <a:endParaRPr b="0" lang="ru-RU" sz="27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85" name="Rectangle 2"/>
          <p:cNvSpPr/>
          <p:nvPr/>
        </p:nvSpPr>
        <p:spPr>
          <a:xfrm>
            <a:off x="457200" y="987480"/>
            <a:ext cx="11292480" cy="18720"/>
          </a:xfrm>
          <a:prstGeom prst="rect">
            <a:avLst/>
          </a:prstGeom>
          <a:solidFill>
            <a:srgbClr val="4fc3f7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-25920" bIns="-25920" anchor="ctr">
            <a:noAutofit/>
          </a:bodyPr>
          <a:p>
            <a:pPr algn="ctr" defTabSz="457200">
              <a:lnSpc>
                <a:spcPct val="100000"/>
              </a:lnSpc>
            </a:pPr>
            <a:endParaRPr b="0" lang="ru-RU" sz="1800" spc="-1" strike="noStrike">
              <a:solidFill>
                <a:schemeClr val="lt1"/>
              </a:solidFill>
              <a:latin typeface="Calibri"/>
            </a:endParaRPr>
          </a:p>
        </p:txBody>
      </p:sp>
      <p:pic>
        <p:nvPicPr>
          <p:cNvPr id="86" name="Picture 3" descr="s04_sidm_ninteractions_radial.png"/>
          <p:cNvPicPr/>
          <p:nvPr/>
        </p:nvPicPr>
        <p:blipFill>
          <a:blip r:embed="rId1"/>
          <a:stretch/>
        </p:blipFill>
        <p:spPr>
          <a:xfrm>
            <a:off x="1431000" y="1234440"/>
            <a:ext cx="9344880" cy="3428640"/>
          </a:xfrm>
          <a:prstGeom prst="rect">
            <a:avLst/>
          </a:prstGeom>
          <a:ln w="0">
            <a:noFill/>
          </a:ln>
        </p:spPr>
      </p:pic>
      <p:sp>
        <p:nvSpPr>
          <p:cNvPr id="87" name="TextBox 4"/>
          <p:cNvSpPr/>
          <p:nvPr/>
        </p:nvSpPr>
        <p:spPr>
          <a:xfrm>
            <a:off x="2964960" y="4827960"/>
            <a:ext cx="6276960" cy="2574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rIns="90000" tIns="45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b="0" i="1" lang="en-US" sz="1100" spc="-1" strike="noStrike">
                <a:solidFill>
                  <a:srgbClr val="a9bfdd"/>
                </a:solidFill>
                <a:latin typeface="Calibri"/>
              </a:rPr>
              <a:t>Радиальный профиль числа рассеяний на частицу и доля затронутых частиц; σ = 20 см²/г</a:t>
            </a:r>
            <a:endParaRPr b="0" lang="ru-RU" sz="11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88" name="TextBox 5"/>
          <p:cNvSpPr/>
          <p:nvPr/>
        </p:nvSpPr>
        <p:spPr>
          <a:xfrm>
            <a:off x="640080" y="5257800"/>
            <a:ext cx="10926720" cy="9892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defTabSz="457200">
              <a:lnSpc>
                <a:spcPct val="100000"/>
              </a:lnSpc>
              <a:spcAft>
                <a:spcPts val="1199"/>
              </a:spcAft>
            </a:pPr>
            <a:r>
              <a:rPr b="0" lang="en-US" sz="1300" spc="-1" strike="noStrike">
                <a:solidFill>
                  <a:srgbClr val="e8eef6"/>
                </a:solidFill>
                <a:latin typeface="Calibri"/>
              </a:rPr>
              <a:t>• </a:t>
            </a:r>
            <a:r>
              <a:rPr b="0" lang="en-US" sz="1300" spc="-1" strike="noStrike">
                <a:solidFill>
                  <a:srgbClr val="e8eef6"/>
                </a:solidFill>
                <a:latin typeface="Calibri"/>
              </a:rPr>
              <a:t>Сечение упругого рассеяния σ = 0.1 / 1 / 5 / 20 см²/г.</a:t>
            </a:r>
            <a:endParaRPr b="0" lang="ru-RU" sz="1300" spc="-1" strike="noStrike">
              <a:solidFill>
                <a:srgbClr val="ffffff"/>
              </a:solidFill>
              <a:latin typeface="Arial"/>
            </a:endParaRPr>
          </a:p>
          <a:p>
            <a:pPr defTabSz="457200">
              <a:lnSpc>
                <a:spcPct val="100000"/>
              </a:lnSpc>
              <a:spcAft>
                <a:spcPts val="1199"/>
              </a:spcAft>
            </a:pPr>
            <a:r>
              <a:rPr b="0" lang="en-US" sz="1300" spc="-1" strike="noStrike">
                <a:solidFill>
                  <a:srgbClr val="e8eef6"/>
                </a:solidFill>
                <a:latin typeface="Calibri"/>
              </a:rPr>
              <a:t>• </a:t>
            </a:r>
            <a:r>
              <a:rPr b="0" lang="en-US" sz="1300" spc="-1" strike="noStrike">
                <a:solidFill>
                  <a:srgbClr val="e8eef6"/>
                </a:solidFill>
                <a:latin typeface="Calibri"/>
              </a:rPr>
              <a:t>Полный прогон σ = 20, N = 1e6, до T = 5: 8.15 млн рассеяний, затронуто 51% частиц.</a:t>
            </a:r>
            <a:endParaRPr b="0" lang="ru-RU" sz="1300" spc="-1" strike="noStrike">
              <a:solidFill>
                <a:srgbClr val="ffffff"/>
              </a:solidFill>
              <a:latin typeface="Arial"/>
            </a:endParaRPr>
          </a:p>
          <a:p>
            <a:pPr defTabSz="457200">
              <a:lnSpc>
                <a:spcPct val="100000"/>
              </a:lnSpc>
              <a:spcAft>
                <a:spcPts val="1199"/>
              </a:spcAft>
            </a:pPr>
            <a:r>
              <a:rPr b="0" lang="en-US" sz="1300" spc="-1" strike="noStrike">
                <a:solidFill>
                  <a:srgbClr val="e8eef6"/>
                </a:solidFill>
                <a:latin typeface="Calibri"/>
              </a:rPr>
              <a:t>• </a:t>
            </a:r>
            <a:r>
              <a:rPr b="0" lang="en-US" sz="1300" spc="-1" strike="noStrike">
                <a:solidFill>
                  <a:srgbClr val="e8eef6"/>
                </a:solidFill>
                <a:latin typeface="Calibri"/>
              </a:rPr>
              <a:t>Чем больше σ, тем мягче центральное ядро (core вместо cusp) — известный эффект воспроизводится количественно.</a:t>
            </a:r>
            <a:endParaRPr b="0" lang="ru-RU" sz="1300" spc="-1" strike="noStrike">
              <a:solidFill>
                <a:srgbClr val="ffffff"/>
              </a:solidFill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0b1f3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9" name="TextBox 1"/>
          <p:cNvSpPr/>
          <p:nvPr/>
        </p:nvSpPr>
        <p:spPr>
          <a:xfrm>
            <a:off x="411480" y="228600"/>
            <a:ext cx="11383920" cy="5014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b="1" lang="en-US" sz="2700" spc="-1" strike="noStrike">
                <a:solidFill>
                  <a:srgbClr val="4fc3f7"/>
                </a:solidFill>
                <a:latin typeface="Calibri"/>
              </a:rPr>
              <a:t>dSIDM: диссипация и сетка экспериментов</a:t>
            </a:r>
            <a:endParaRPr b="0" lang="ru-RU" sz="27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90" name="Rectangle 2"/>
          <p:cNvSpPr/>
          <p:nvPr/>
        </p:nvSpPr>
        <p:spPr>
          <a:xfrm>
            <a:off x="457200" y="987480"/>
            <a:ext cx="11292480" cy="18720"/>
          </a:xfrm>
          <a:prstGeom prst="rect">
            <a:avLst/>
          </a:prstGeom>
          <a:solidFill>
            <a:srgbClr val="4fc3f7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-25920" bIns="-25920" anchor="ctr">
            <a:noAutofit/>
          </a:bodyPr>
          <a:p>
            <a:pPr algn="ctr" defTabSz="457200">
              <a:lnSpc>
                <a:spcPct val="100000"/>
              </a:lnSpc>
            </a:pPr>
            <a:endParaRPr b="0" lang="ru-RU" sz="1800" spc="-1" strike="noStrike">
              <a:solidFill>
                <a:schemeClr val="lt1"/>
              </a:solidFill>
              <a:latin typeface="Calibri"/>
            </a:endParaRPr>
          </a:p>
        </p:txBody>
      </p:sp>
      <p:sp>
        <p:nvSpPr>
          <p:cNvPr id="91" name="TextBox 3"/>
          <p:cNvSpPr/>
          <p:nvPr/>
        </p:nvSpPr>
        <p:spPr>
          <a:xfrm>
            <a:off x="640080" y="1325880"/>
            <a:ext cx="10926720" cy="24667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defTabSz="457200">
              <a:lnSpc>
                <a:spcPct val="100000"/>
              </a:lnSpc>
              <a:spcAft>
                <a:spcPts val="1199"/>
              </a:spcAft>
            </a:pPr>
            <a:r>
              <a:rPr b="0" lang="en-US" sz="1800" spc="-1" strike="noStrike">
                <a:solidFill>
                  <a:srgbClr val="e8eef6"/>
                </a:solidFill>
                <a:latin typeface="Calibri"/>
              </a:rPr>
              <a:t>• </a:t>
            </a:r>
            <a:r>
              <a:rPr b="0" lang="en-US" sz="1800" spc="-1" strike="noStrike">
                <a:solidFill>
                  <a:srgbClr val="e8eef6"/>
                </a:solidFill>
                <a:latin typeface="Calibri"/>
              </a:rPr>
              <a:t>При неупругом столкновении часть кинетической энергии уносится. Управляемые параметры: фактор диссипации f (доля потерь D) и характерный отскок.</a:t>
            </a:r>
            <a:endParaRPr b="0" lang="ru-RU" sz="1800" spc="-1" strike="noStrike">
              <a:solidFill>
                <a:srgbClr val="ffffff"/>
              </a:solidFill>
              <a:latin typeface="Arial"/>
            </a:endParaRPr>
          </a:p>
          <a:p>
            <a:pPr defTabSz="457200">
              <a:lnSpc>
                <a:spcPct val="100000"/>
              </a:lnSpc>
              <a:spcAft>
                <a:spcPts val="1199"/>
              </a:spcAft>
            </a:pPr>
            <a:r>
              <a:rPr b="0" lang="en-US" sz="1800" spc="-1" strike="noStrike">
                <a:solidFill>
                  <a:srgbClr val="e8eef6"/>
                </a:solidFill>
                <a:latin typeface="Calibri"/>
              </a:rPr>
              <a:t>• </a:t>
            </a:r>
            <a:r>
              <a:rPr b="0" lang="en-US" sz="1800" spc="-1" strike="noStrike">
                <a:solidFill>
                  <a:srgbClr val="e8eef6"/>
                </a:solidFill>
                <a:latin typeface="Calibri"/>
              </a:rPr>
              <a:t>Логика: диссипация «выстуживает» центральные области и должна усиливать вращательную поддержку.</a:t>
            </a:r>
            <a:endParaRPr b="0" lang="ru-RU" sz="1800" spc="-1" strike="noStrike">
              <a:solidFill>
                <a:srgbClr val="ffffff"/>
              </a:solidFill>
              <a:latin typeface="Arial"/>
            </a:endParaRPr>
          </a:p>
          <a:p>
            <a:pPr defTabSz="457200">
              <a:lnSpc>
                <a:spcPct val="100000"/>
              </a:lnSpc>
              <a:spcAft>
                <a:spcPts val="1199"/>
              </a:spcAft>
            </a:pPr>
            <a:r>
              <a:rPr b="0" lang="en-US" sz="1800" spc="-1" strike="noStrike">
                <a:solidFill>
                  <a:srgbClr val="e8eef6"/>
                </a:solidFill>
                <a:latin typeface="Calibri"/>
              </a:rPr>
              <a:t>• </a:t>
            </a:r>
            <a:r>
              <a:rPr b="0" lang="en-US" sz="1800" spc="-1" strike="noStrike">
                <a:solidFill>
                  <a:srgbClr val="e8eef6"/>
                </a:solidFill>
                <a:latin typeface="Calibri"/>
              </a:rPr>
              <a:t>Сетка: σ = 1 / 5 / 10 см2/г × f = 0.05 / 0.1 / 0.2 — 11 прогонов(N = 1e5, T = 2 и 5).</a:t>
            </a:r>
            <a:endParaRPr b="0" lang="ru-RU" sz="1800" spc="-1" strike="noStrike">
              <a:solidFill>
                <a:srgbClr val="ffffff"/>
              </a:solidFill>
              <a:latin typeface="Arial"/>
            </a:endParaRPr>
          </a:p>
          <a:p>
            <a:pPr defTabSz="457200">
              <a:lnSpc>
                <a:spcPct val="100000"/>
              </a:lnSpc>
              <a:spcAft>
                <a:spcPts val="1199"/>
              </a:spcAft>
            </a:pPr>
            <a:r>
              <a:rPr b="0" lang="en-US" sz="1800" spc="-1" strike="noStrike">
                <a:solidFill>
                  <a:srgbClr val="e8eef6"/>
                </a:solidFill>
                <a:latin typeface="Calibri"/>
              </a:rPr>
              <a:t>• </a:t>
            </a:r>
            <a:r>
              <a:rPr b="0" lang="en-US" sz="1800" spc="-1" strike="noStrike">
                <a:solidFill>
                  <a:srgbClr val="e8eef6"/>
                </a:solidFill>
                <a:latin typeface="Calibri"/>
              </a:rPr>
              <a:t>Критерии оценки: форма(c/a, z_rms/R_rms) и вращательная поддержка |Vrot|/σ, профили плотности, численная стабильность.</a:t>
            </a:r>
            <a:endParaRPr b="0" lang="ru-RU" sz="1800" spc="-1" strike="noStrike">
              <a:solidFill>
                <a:srgbClr val="ffffff"/>
              </a:solidFill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0b1f3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2" name="TextBox 1"/>
          <p:cNvSpPr/>
          <p:nvPr/>
        </p:nvSpPr>
        <p:spPr>
          <a:xfrm>
            <a:off x="411480" y="228600"/>
            <a:ext cx="11383920" cy="5014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b="1" lang="en-US" sz="2700" spc="-1" strike="noStrike">
                <a:solidFill>
                  <a:srgbClr val="4fc3f7"/>
                </a:solidFill>
                <a:latin typeface="Calibri"/>
              </a:rPr>
              <a:t>Морфология: тёмного диска не видно</a:t>
            </a:r>
            <a:endParaRPr b="0" lang="ru-RU" sz="27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93" name="Rectangle 2"/>
          <p:cNvSpPr/>
          <p:nvPr/>
        </p:nvSpPr>
        <p:spPr>
          <a:xfrm>
            <a:off x="457200" y="987480"/>
            <a:ext cx="11292480" cy="18720"/>
          </a:xfrm>
          <a:prstGeom prst="rect">
            <a:avLst/>
          </a:prstGeom>
          <a:solidFill>
            <a:srgbClr val="4fc3f7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-25920" bIns="-25920" anchor="ctr">
            <a:noAutofit/>
          </a:bodyPr>
          <a:p>
            <a:pPr algn="ctr" defTabSz="457200">
              <a:lnSpc>
                <a:spcPct val="100000"/>
              </a:lnSpc>
            </a:pPr>
            <a:endParaRPr b="0" lang="ru-RU" sz="1800" spc="-1" strike="noStrike">
              <a:solidFill>
                <a:schemeClr val="lt1"/>
              </a:solidFill>
              <a:latin typeface="Calibri"/>
            </a:endParaRPr>
          </a:p>
        </p:txBody>
      </p:sp>
      <p:pic>
        <p:nvPicPr>
          <p:cNvPr id="94" name="Picture 3" descr="s06_morphology_montage.png"/>
          <p:cNvPicPr/>
          <p:nvPr/>
        </p:nvPicPr>
        <p:blipFill>
          <a:blip r:embed="rId1"/>
          <a:stretch/>
        </p:blipFill>
        <p:spPr>
          <a:xfrm>
            <a:off x="4896000" y="1234440"/>
            <a:ext cx="2414880" cy="3428640"/>
          </a:xfrm>
          <a:prstGeom prst="rect">
            <a:avLst/>
          </a:prstGeom>
          <a:ln w="0">
            <a:noFill/>
          </a:ln>
        </p:spPr>
      </p:pic>
      <p:sp>
        <p:nvSpPr>
          <p:cNvPr id="95" name="TextBox 4"/>
          <p:cNvSpPr/>
          <p:nvPr/>
        </p:nvSpPr>
        <p:spPr>
          <a:xfrm>
            <a:off x="3018960" y="4827960"/>
            <a:ext cx="6168960" cy="2574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rIns="90000" tIns="45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b="0" i="1" lang="en-US" sz="1100" spc="-1" strike="noStrike">
                <a:solidFill>
                  <a:srgbClr val="a9bfdd"/>
                </a:solidFill>
                <a:latin typeface="Calibri"/>
              </a:rPr>
              <a:t>Поверхностная плотность: CDM, SIDM, dSIDM; верхний ряд — face-on, нижний — edge-on</a:t>
            </a:r>
            <a:endParaRPr b="0" lang="ru-RU" sz="11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96" name="TextBox 5"/>
          <p:cNvSpPr/>
          <p:nvPr/>
        </p:nvSpPr>
        <p:spPr>
          <a:xfrm>
            <a:off x="640080" y="5257800"/>
            <a:ext cx="10926720" cy="6688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defTabSz="457200">
              <a:lnSpc>
                <a:spcPct val="100000"/>
              </a:lnSpc>
              <a:spcAft>
                <a:spcPts val="1199"/>
              </a:spcAft>
            </a:pPr>
            <a:r>
              <a:rPr b="0" lang="en-US" sz="1400" spc="-1" strike="noStrike">
                <a:solidFill>
                  <a:srgbClr val="e8eef6"/>
                </a:solidFill>
                <a:latin typeface="Calibri"/>
              </a:rPr>
              <a:t>• </a:t>
            </a:r>
            <a:r>
              <a:rPr b="0" lang="en-US" sz="1400" spc="-1" strike="noStrike">
                <a:solidFill>
                  <a:srgbClr val="e8eef6"/>
                </a:solidFill>
                <a:latin typeface="Calibri"/>
              </a:rPr>
              <a:t>Ни в одном сценарии при слабом начальном вращении(k ≈ 0.15, тонкой дисковой компоненты в edge-on не видно.</a:t>
            </a:r>
            <a:endParaRPr b="0" lang="ru-RU" sz="1400" spc="-1" strike="noStrike">
              <a:solidFill>
                <a:srgbClr val="ffffff"/>
              </a:solidFill>
              <a:latin typeface="Arial"/>
            </a:endParaRPr>
          </a:p>
          <a:p>
            <a:pPr defTabSz="457200">
              <a:lnSpc>
                <a:spcPct val="100000"/>
              </a:lnSpc>
              <a:spcAft>
                <a:spcPts val="1199"/>
              </a:spcAft>
            </a:pPr>
            <a:r>
              <a:rPr b="0" lang="en-US" sz="1400" spc="-1" strike="noStrike">
                <a:solidFill>
                  <a:srgbClr val="e8eef6"/>
                </a:solidFill>
                <a:latin typeface="Calibri"/>
              </a:rPr>
              <a:t>• </a:t>
            </a:r>
            <a:r>
              <a:rPr b="0" lang="en-US" sz="1400" spc="-1" strike="noStrike">
                <a:solidFill>
                  <a:srgbClr val="e8eef6"/>
                </a:solidFill>
                <a:latin typeface="Calibri"/>
              </a:rPr>
              <a:t>У dSIDM есть центральная концентрация, но геометрия остаётся пухлой, сфероидальной.</a:t>
            </a:r>
            <a:endParaRPr b="0" lang="ru-RU" sz="1400" spc="-1" strike="noStrike">
              <a:solidFill>
                <a:srgbClr val="ffffff"/>
              </a:solidFill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0b1f3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7" name="TextBox 1"/>
          <p:cNvSpPr/>
          <p:nvPr/>
        </p:nvSpPr>
        <p:spPr>
          <a:xfrm>
            <a:off x="411480" y="228600"/>
            <a:ext cx="11383920" cy="5014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b="1" lang="en-US" sz="2700" spc="-1" strike="noStrike">
                <a:solidFill>
                  <a:srgbClr val="4fc3f7"/>
                </a:solidFill>
                <a:latin typeface="Calibri"/>
              </a:rPr>
              <a:t>Форма: сфероид, а не диск</a:t>
            </a:r>
            <a:endParaRPr b="0" lang="ru-RU" sz="27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98" name="Rectangle 2"/>
          <p:cNvSpPr/>
          <p:nvPr/>
        </p:nvSpPr>
        <p:spPr>
          <a:xfrm>
            <a:off x="457200" y="987480"/>
            <a:ext cx="11292480" cy="18720"/>
          </a:xfrm>
          <a:prstGeom prst="rect">
            <a:avLst/>
          </a:prstGeom>
          <a:solidFill>
            <a:srgbClr val="4fc3f7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-25920" bIns="-25920" anchor="ctr">
            <a:noAutofit/>
          </a:bodyPr>
          <a:p>
            <a:pPr algn="ctr" defTabSz="457200">
              <a:lnSpc>
                <a:spcPct val="100000"/>
              </a:lnSpc>
            </a:pPr>
            <a:endParaRPr b="0" lang="ru-RU" sz="1800" spc="-1" strike="noStrike">
              <a:solidFill>
                <a:schemeClr val="lt1"/>
              </a:solidFill>
              <a:latin typeface="Calibri"/>
            </a:endParaRPr>
          </a:p>
        </p:txBody>
      </p:sp>
      <p:pic>
        <p:nvPicPr>
          <p:cNvPr id="99" name="Picture 3" descr="s07_shape_no_disk.png"/>
          <p:cNvPicPr/>
          <p:nvPr/>
        </p:nvPicPr>
        <p:blipFill>
          <a:blip r:embed="rId1"/>
          <a:stretch/>
        </p:blipFill>
        <p:spPr>
          <a:xfrm>
            <a:off x="3683880" y="1234440"/>
            <a:ext cx="4839480" cy="3428640"/>
          </a:xfrm>
          <a:prstGeom prst="rect">
            <a:avLst/>
          </a:prstGeom>
          <a:ln w="0">
            <a:noFill/>
          </a:ln>
        </p:spPr>
      </p:pic>
      <p:sp>
        <p:nvSpPr>
          <p:cNvPr id="100" name="TextBox 4"/>
          <p:cNvSpPr/>
          <p:nvPr/>
        </p:nvSpPr>
        <p:spPr>
          <a:xfrm>
            <a:off x="2565360" y="4827960"/>
            <a:ext cx="7075800" cy="2574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rIns="90000" tIns="45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b="0" i="1" lang="en-US" sz="1100" spc="-1" strike="noStrike">
                <a:solidFill>
                  <a:srgbClr val="a9bfdd"/>
                </a:solidFill>
                <a:latin typeface="Calibri"/>
              </a:rPr>
              <a:t>Радиальные профили b/a, c/a, z_rms/R_rms и вращательной поддержки |Vrot|/σ для CDM / SIDM / dSIDM</a:t>
            </a:r>
            <a:endParaRPr b="0" lang="ru-RU" sz="11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101" name="TextBox 5"/>
          <p:cNvSpPr/>
          <p:nvPr/>
        </p:nvSpPr>
        <p:spPr>
          <a:xfrm>
            <a:off x="640080" y="5257800"/>
            <a:ext cx="10926720" cy="6688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defTabSz="457200">
              <a:lnSpc>
                <a:spcPct val="100000"/>
              </a:lnSpc>
              <a:spcAft>
                <a:spcPts val="1199"/>
              </a:spcAft>
            </a:pPr>
            <a:r>
              <a:rPr b="0" lang="en-US" sz="1400" spc="-1" strike="noStrike">
                <a:solidFill>
                  <a:srgbClr val="e8eef6"/>
                </a:solidFill>
                <a:latin typeface="Calibri"/>
              </a:rPr>
              <a:t>• </a:t>
            </a:r>
            <a:r>
              <a:rPr b="0" lang="en-US" sz="1400" spc="-1" strike="noStrike">
                <a:solidFill>
                  <a:srgbClr val="e8eef6"/>
                </a:solidFill>
                <a:latin typeface="Calibri"/>
              </a:rPr>
              <a:t>При r &lt; 5 кпк: c/a ≈ 0.94, z/R ≈ 0.67, |Vrot|/σ ≈ 0.07. Для диска нужно c/a &lt; 0.75 и |Vrot|/σ &gt; 0.15.</a:t>
            </a:r>
            <a:endParaRPr b="0" lang="ru-RU" sz="1400" spc="-1" strike="noStrike">
              <a:solidFill>
                <a:srgbClr val="ffffff"/>
              </a:solidFill>
              <a:latin typeface="Arial"/>
            </a:endParaRPr>
          </a:p>
          <a:p>
            <a:pPr defTabSz="457200">
              <a:lnSpc>
                <a:spcPct val="100000"/>
              </a:lnSpc>
              <a:spcAft>
                <a:spcPts val="1199"/>
              </a:spcAft>
            </a:pPr>
            <a:r>
              <a:rPr b="0" lang="en-US" sz="1400" spc="-1" strike="noStrike">
                <a:solidFill>
                  <a:srgbClr val="e8eef6"/>
                </a:solidFill>
                <a:latin typeface="Calibri"/>
              </a:rPr>
              <a:t>• </a:t>
            </a:r>
            <a:r>
              <a:rPr b="0" lang="en-US" sz="1400" spc="-1" strike="noStrike">
                <a:solidFill>
                  <a:srgbClr val="e8eef6"/>
                </a:solidFill>
                <a:latin typeface="Calibri"/>
              </a:rPr>
              <a:t>Диссипация почти не уплощает гало и не создаёт вращательной поддержки: диск-скоре = 0 во всех конфигурациях.</a:t>
            </a:r>
            <a:endParaRPr b="0" lang="ru-RU" sz="1400" spc="-1" strike="noStrike">
              <a:solidFill>
                <a:srgbClr val="ffffff"/>
              </a:solidFill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0b1f3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" name="TextBox 1"/>
          <p:cNvSpPr/>
          <p:nvPr/>
        </p:nvSpPr>
        <p:spPr>
          <a:xfrm>
            <a:off x="411480" y="228600"/>
            <a:ext cx="11383920" cy="5014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b="1" lang="en-US" sz="2700" spc="-1" strike="noStrike">
                <a:solidFill>
                  <a:srgbClr val="4fc3f7"/>
                </a:solidFill>
                <a:latin typeface="Calibri"/>
              </a:rPr>
              <a:t>Профили плотности: ядро без диска</a:t>
            </a:r>
            <a:endParaRPr b="0" lang="ru-RU" sz="27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103" name="Rectangle 2"/>
          <p:cNvSpPr/>
          <p:nvPr/>
        </p:nvSpPr>
        <p:spPr>
          <a:xfrm>
            <a:off x="457200" y="987480"/>
            <a:ext cx="11292480" cy="18720"/>
          </a:xfrm>
          <a:prstGeom prst="rect">
            <a:avLst/>
          </a:prstGeom>
          <a:solidFill>
            <a:srgbClr val="4fc3f7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-25920" bIns="-25920" anchor="ctr">
            <a:noAutofit/>
          </a:bodyPr>
          <a:p>
            <a:pPr algn="ctr" defTabSz="457200">
              <a:lnSpc>
                <a:spcPct val="100000"/>
              </a:lnSpc>
            </a:pPr>
            <a:endParaRPr b="0" lang="ru-RU" sz="1800" spc="-1" strike="noStrike">
              <a:solidFill>
                <a:schemeClr val="lt1"/>
              </a:solidFill>
              <a:latin typeface="Calibri"/>
            </a:endParaRPr>
          </a:p>
        </p:txBody>
      </p:sp>
      <p:pic>
        <p:nvPicPr>
          <p:cNvPr id="104" name="Picture 3" descr="s08_log_rho_profiles.png"/>
          <p:cNvPicPr/>
          <p:nvPr/>
        </p:nvPicPr>
        <p:blipFill>
          <a:blip r:embed="rId1"/>
          <a:stretch/>
        </p:blipFill>
        <p:spPr>
          <a:xfrm>
            <a:off x="4089960" y="1234440"/>
            <a:ext cx="4026960" cy="3428640"/>
          </a:xfrm>
          <a:prstGeom prst="rect">
            <a:avLst/>
          </a:prstGeom>
          <a:ln w="0">
            <a:noFill/>
          </a:ln>
        </p:spPr>
      </p:pic>
      <p:sp>
        <p:nvSpPr>
          <p:cNvPr id="105" name="TextBox 4"/>
          <p:cNvSpPr/>
          <p:nvPr/>
        </p:nvSpPr>
        <p:spPr>
          <a:xfrm>
            <a:off x="2986920" y="4827960"/>
            <a:ext cx="6233040" cy="2574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rIns="90000" tIns="45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b="0" i="1" lang="en-US" sz="1100" spc="-1" strike="noStrike">
                <a:solidFill>
                  <a:srgbClr val="a9bfdd"/>
                </a:solidFill>
                <a:latin typeface="Calibri"/>
              </a:rPr>
              <a:t>Профили плотности в логарифмической шкале(верх) и разность относительно CDM(низ)</a:t>
            </a:r>
            <a:endParaRPr b="0" lang="ru-RU" sz="11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106" name="TextBox 5"/>
          <p:cNvSpPr/>
          <p:nvPr/>
        </p:nvSpPr>
        <p:spPr>
          <a:xfrm>
            <a:off x="640080" y="5257800"/>
            <a:ext cx="10926720" cy="6688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defTabSz="457200">
              <a:lnSpc>
                <a:spcPct val="100000"/>
              </a:lnSpc>
              <a:spcAft>
                <a:spcPts val="1199"/>
              </a:spcAft>
            </a:pPr>
            <a:r>
              <a:rPr b="0" lang="en-US" sz="1400" spc="-1" strike="noStrike">
                <a:solidFill>
                  <a:srgbClr val="e8eef6"/>
                </a:solidFill>
                <a:latin typeface="Calibri"/>
              </a:rPr>
              <a:t>• </a:t>
            </a:r>
            <a:r>
              <a:rPr b="0" lang="en-US" sz="1400" spc="-1" strike="noStrike">
                <a:solidFill>
                  <a:srgbClr val="e8eef6"/>
                </a:solidFill>
                <a:latin typeface="Calibri"/>
              </a:rPr>
              <a:t>SIDM σ = 10 заметно смягчает центр: Δlog ρ ≈ − 0.9 на малых радиусах.</a:t>
            </a:r>
            <a:endParaRPr b="0" lang="ru-RU" sz="1400" spc="-1" strike="noStrike">
              <a:solidFill>
                <a:srgbClr val="ffffff"/>
              </a:solidFill>
              <a:latin typeface="Arial"/>
            </a:endParaRPr>
          </a:p>
          <a:p>
            <a:pPr defTabSz="457200">
              <a:lnSpc>
                <a:spcPct val="100000"/>
              </a:lnSpc>
              <a:spcAft>
                <a:spcPts val="1199"/>
              </a:spcAft>
            </a:pPr>
            <a:r>
              <a:rPr b="0" lang="en-US" sz="1400" spc="-1" strike="noStrike">
                <a:solidFill>
                  <a:srgbClr val="e8eef6"/>
                </a:solidFill>
                <a:latin typeface="Calibri"/>
              </a:rPr>
              <a:t>• </a:t>
            </a:r>
            <a:r>
              <a:rPr b="0" lang="en-US" sz="1400" spc="-1" strike="noStrike">
                <a:solidFill>
                  <a:srgbClr val="e8eef6"/>
                </a:solidFill>
                <a:latin typeface="Calibri"/>
              </a:rPr>
              <a:t>dSIDM следуют тому же тренду; значимой дополнительной центральной контракции сверх SIDM отслеживается.</a:t>
            </a:r>
            <a:endParaRPr b="0" lang="ru-RU" sz="1400" spc="-1" strike="noStrike">
              <a:solidFill>
                <a:srgbClr val="ffffff"/>
              </a:solidFill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0b1f3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7" name="TextBox 1"/>
          <p:cNvSpPr/>
          <p:nvPr/>
        </p:nvSpPr>
        <p:spPr>
          <a:xfrm>
            <a:off x="411480" y="228600"/>
            <a:ext cx="11383920" cy="5014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b="1" lang="en-US" sz="2700" spc="-1" strike="noStrike">
                <a:solidFill>
                  <a:srgbClr val="4fc3f7"/>
                </a:solidFill>
                <a:latin typeface="Calibri"/>
              </a:rPr>
              <a:t>Новая патология: runaway рассеяний</a:t>
            </a:r>
            <a:endParaRPr b="0" lang="ru-RU" sz="27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108" name="Rectangle 2"/>
          <p:cNvSpPr/>
          <p:nvPr/>
        </p:nvSpPr>
        <p:spPr>
          <a:xfrm>
            <a:off x="457200" y="987480"/>
            <a:ext cx="11292480" cy="18720"/>
          </a:xfrm>
          <a:prstGeom prst="rect">
            <a:avLst/>
          </a:prstGeom>
          <a:solidFill>
            <a:srgbClr val="4fc3f7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-25920" bIns="-25920" anchor="ctr">
            <a:noAutofit/>
          </a:bodyPr>
          <a:p>
            <a:pPr algn="ctr" defTabSz="457200">
              <a:lnSpc>
                <a:spcPct val="100000"/>
              </a:lnSpc>
            </a:pPr>
            <a:endParaRPr b="0" lang="ru-RU" sz="1800" spc="-1" strike="noStrike">
              <a:solidFill>
                <a:schemeClr val="lt1"/>
              </a:solidFill>
              <a:latin typeface="Calibri"/>
            </a:endParaRPr>
          </a:p>
        </p:txBody>
      </p:sp>
      <p:pic>
        <p:nvPicPr>
          <p:cNvPr id="109" name="Picture 3" descr="s09_ni_collapse_pathology.png"/>
          <p:cNvPicPr/>
          <p:nvPr/>
        </p:nvPicPr>
        <p:blipFill>
          <a:blip r:embed="rId1"/>
          <a:stretch/>
        </p:blipFill>
        <p:spPr>
          <a:xfrm>
            <a:off x="3246120" y="1234440"/>
            <a:ext cx="5714640" cy="3428640"/>
          </a:xfrm>
          <a:prstGeom prst="rect">
            <a:avLst/>
          </a:prstGeom>
          <a:ln w="0">
            <a:noFill/>
          </a:ln>
        </p:spPr>
      </p:pic>
      <p:sp>
        <p:nvSpPr>
          <p:cNvPr id="110" name="TextBox 4"/>
          <p:cNvSpPr/>
          <p:nvPr/>
        </p:nvSpPr>
        <p:spPr>
          <a:xfrm>
            <a:off x="2328480" y="4827960"/>
            <a:ext cx="7549560" cy="2574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rIns="90000" tIns="45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b="0" i="1" lang="en-US" sz="1100" spc="-1" strike="noStrike">
                <a:solidFill>
                  <a:srgbClr val="a9bfdd"/>
                </a:solidFill>
                <a:latin typeface="Calibri"/>
              </a:rPr>
              <a:t>Эволюция темпа рассеяний(число взаимодействий на снапшот) для σ = 10 при разных факторах диссипации</a:t>
            </a:r>
            <a:endParaRPr b="0" lang="ru-RU" sz="11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111" name="TextBox 5"/>
          <p:cNvSpPr/>
          <p:nvPr/>
        </p:nvSpPr>
        <p:spPr>
          <a:xfrm>
            <a:off x="640080" y="5257800"/>
            <a:ext cx="10926720" cy="8370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defTabSz="457200">
              <a:lnSpc>
                <a:spcPct val="100000"/>
              </a:lnSpc>
              <a:spcAft>
                <a:spcPts val="1199"/>
              </a:spcAft>
            </a:pPr>
            <a:r>
              <a:rPr b="0" lang="en-US" sz="1300" spc="-1" strike="noStrike">
                <a:solidFill>
                  <a:srgbClr val="e8eef6"/>
                </a:solidFill>
                <a:latin typeface="Calibri"/>
              </a:rPr>
              <a:t>• </a:t>
            </a:r>
            <a:r>
              <a:rPr b="0" lang="en-US" sz="1300" spc="-1" strike="noStrike">
                <a:solidFill>
                  <a:srgbClr val="e8eef6"/>
                </a:solidFill>
                <a:latin typeface="Calibri"/>
              </a:rPr>
              <a:t>При f ≥ 0.1 темп рассеяний к концу прогона становится взрывным(~3e7 за снапшот,, шаг времени коллапсирует около t ≈ 4.7 — раньше, чем мог бы сформироваться диск.</a:t>
            </a:r>
            <a:endParaRPr b="0" lang="ru-RU" sz="1300" spc="-1" strike="noStrike">
              <a:solidFill>
                <a:srgbClr val="ffffff"/>
              </a:solidFill>
              <a:latin typeface="Arial"/>
            </a:endParaRPr>
          </a:p>
          <a:p>
            <a:pPr defTabSz="457200">
              <a:lnSpc>
                <a:spcPct val="100000"/>
              </a:lnSpc>
              <a:spcAft>
                <a:spcPts val="1199"/>
              </a:spcAft>
            </a:pPr>
            <a:r>
              <a:rPr b="0" lang="en-US" sz="1300" spc="-1" strike="noStrike">
                <a:solidFill>
                  <a:srgbClr val="e8eef6"/>
                </a:solidFill>
                <a:latin typeface="Calibri"/>
              </a:rPr>
              <a:t>• </a:t>
            </a:r>
            <a:r>
              <a:rPr b="0" lang="en-US" sz="1300" spc="-1" strike="noStrike">
                <a:solidFill>
                  <a:srgbClr val="e8eef6"/>
                </a:solidFill>
                <a:latin typeface="Calibri"/>
              </a:rPr>
              <a:t>Стабильна только слабая диссипация f = 0.05 — но и она диска не даёт.</a:t>
            </a:r>
            <a:endParaRPr b="0" lang="ru-RU" sz="1300" spc="-1" strike="noStrike">
              <a:solidFill>
                <a:srgbClr val="ffffff"/>
              </a:solidFill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0b1f3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2" name="TextBox 1"/>
          <p:cNvSpPr/>
          <p:nvPr/>
        </p:nvSpPr>
        <p:spPr>
          <a:xfrm>
            <a:off x="411480" y="228600"/>
            <a:ext cx="11383920" cy="5014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b="1" lang="en-US" sz="2700" spc="-1" strike="noStrike">
                <a:solidFill>
                  <a:srgbClr val="4fc3f7"/>
                </a:solidFill>
                <a:latin typeface="Calibri"/>
              </a:rPr>
              <a:t>Новая кампания: высокий спин гало(k = 0.8)</a:t>
            </a:r>
            <a:endParaRPr b="0" lang="ru-RU" sz="27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113" name="Rectangle 2"/>
          <p:cNvSpPr/>
          <p:nvPr/>
        </p:nvSpPr>
        <p:spPr>
          <a:xfrm>
            <a:off x="457200" y="987480"/>
            <a:ext cx="11292480" cy="18720"/>
          </a:xfrm>
          <a:prstGeom prst="rect">
            <a:avLst/>
          </a:prstGeom>
          <a:solidFill>
            <a:srgbClr val="4fc3f7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-25920" bIns="-25920" anchor="ctr">
            <a:noAutofit/>
          </a:bodyPr>
          <a:p>
            <a:pPr algn="ctr" defTabSz="457200">
              <a:lnSpc>
                <a:spcPct val="100000"/>
              </a:lnSpc>
            </a:pPr>
            <a:endParaRPr b="0" lang="ru-RU" sz="1800" spc="-1" strike="noStrike">
              <a:solidFill>
                <a:schemeClr val="lt1"/>
              </a:solidFill>
              <a:latin typeface="Calibri"/>
            </a:endParaRPr>
          </a:p>
        </p:txBody>
      </p:sp>
      <p:pic>
        <p:nvPicPr>
          <p:cNvPr id="114" name="Picture 3" descr="s10_grid_ca_evolution.png"/>
          <p:cNvPicPr/>
          <p:nvPr/>
        </p:nvPicPr>
        <p:blipFill>
          <a:blip r:embed="rId1"/>
          <a:stretch/>
        </p:blipFill>
        <p:spPr>
          <a:xfrm>
            <a:off x="411480" y="1298880"/>
            <a:ext cx="5531760" cy="3253680"/>
          </a:xfrm>
          <a:prstGeom prst="rect">
            <a:avLst/>
          </a:prstGeom>
          <a:ln w="0">
            <a:noFill/>
          </a:ln>
        </p:spPr>
      </p:pic>
      <p:pic>
        <p:nvPicPr>
          <p:cNvPr id="115" name="Picture 4" descr="s10_grid_vrot_evolution.png"/>
          <p:cNvPicPr/>
          <p:nvPr/>
        </p:nvPicPr>
        <p:blipFill>
          <a:blip r:embed="rId2"/>
          <a:stretch/>
        </p:blipFill>
        <p:spPr>
          <a:xfrm>
            <a:off x="6263640" y="1298880"/>
            <a:ext cx="5531760" cy="3253680"/>
          </a:xfrm>
          <a:prstGeom prst="rect">
            <a:avLst/>
          </a:prstGeom>
          <a:ln w="0">
            <a:noFill/>
          </a:ln>
        </p:spPr>
      </p:pic>
      <p:sp>
        <p:nvSpPr>
          <p:cNvPr id="116" name="TextBox 5"/>
          <p:cNvSpPr/>
          <p:nvPr/>
        </p:nvSpPr>
        <p:spPr>
          <a:xfrm>
            <a:off x="2786400" y="4827960"/>
            <a:ext cx="6633720" cy="2574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rIns="90000" tIns="45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b="0" i="1" lang="en-US" sz="1100" spc="-1" strike="noStrike">
                <a:solidFill>
                  <a:srgbClr val="a9bfdd"/>
                </a:solidFill>
                <a:latin typeface="Calibri"/>
              </a:rPr>
              <a:t>Эволюция c/a(слева) и |Vrot|/σ(справа) по кампании для разных диссипативных коэффициентов</a:t>
            </a:r>
            <a:endParaRPr b="0" lang="ru-RU" sz="11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117" name="TextBox 6"/>
          <p:cNvSpPr/>
          <p:nvPr/>
        </p:nvSpPr>
        <p:spPr>
          <a:xfrm>
            <a:off x="640080" y="5257800"/>
            <a:ext cx="10926720" cy="9892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defTabSz="457200">
              <a:lnSpc>
                <a:spcPct val="100000"/>
              </a:lnSpc>
              <a:spcAft>
                <a:spcPts val="1199"/>
              </a:spcAft>
            </a:pPr>
            <a:r>
              <a:rPr b="0" lang="en-US" sz="1300" spc="-1" strike="noStrike">
                <a:solidFill>
                  <a:srgbClr val="e8eef6"/>
                </a:solidFill>
                <a:latin typeface="Calibri"/>
              </a:rPr>
              <a:t>• </a:t>
            </a:r>
            <a:r>
              <a:rPr b="0" lang="en-US" sz="1300" spc="-1" strike="noStrike">
                <a:solidFill>
                  <a:srgbClr val="e8eef6"/>
                </a:solidFill>
                <a:latin typeface="Calibri"/>
              </a:rPr>
              <a:t>Гипотеза: значительный начальный спин гало может помочь диссипации перейти к вращающейся структуре.</a:t>
            </a:r>
            <a:endParaRPr b="0" lang="ru-RU" sz="1300" spc="-1" strike="noStrike">
              <a:solidFill>
                <a:srgbClr val="ffffff"/>
              </a:solidFill>
              <a:latin typeface="Arial"/>
            </a:endParaRPr>
          </a:p>
          <a:p>
            <a:pPr defTabSz="457200">
              <a:lnSpc>
                <a:spcPct val="100000"/>
              </a:lnSpc>
              <a:spcAft>
                <a:spcPts val="1199"/>
              </a:spcAft>
            </a:pPr>
            <a:r>
              <a:rPr b="0" lang="en-US" sz="1300" spc="-1" strike="noStrike">
                <a:solidFill>
                  <a:srgbClr val="e8eef6"/>
                </a:solidFill>
                <a:latin typeface="Calibri"/>
              </a:rPr>
              <a:t>• </a:t>
            </a:r>
            <a:r>
              <a:rPr b="0" lang="en-US" sz="1300" spc="-1" strike="noStrike">
                <a:solidFill>
                  <a:srgbClr val="e8eef6"/>
                </a:solidFill>
                <a:latin typeface="Calibri"/>
              </a:rPr>
              <a:t>Сетка: 6 прогонов(N = 1e5, T = 2): CDM-контроль, упругий SIDM σ = 2.5 и dSIDM с D = 0.10 / 0.25 / 0.50 / 0.75.</a:t>
            </a:r>
            <a:endParaRPr b="0" lang="ru-RU" sz="1300" spc="-1" strike="noStrike">
              <a:solidFill>
                <a:srgbClr val="ffffff"/>
              </a:solidFill>
              <a:latin typeface="Arial"/>
            </a:endParaRPr>
          </a:p>
          <a:p>
            <a:pPr defTabSz="457200">
              <a:lnSpc>
                <a:spcPct val="100000"/>
              </a:lnSpc>
              <a:spcAft>
                <a:spcPts val="1199"/>
              </a:spcAft>
            </a:pPr>
            <a:r>
              <a:rPr b="0" lang="en-US" sz="1300" spc="-1" strike="noStrike">
                <a:solidFill>
                  <a:srgbClr val="e8eef6"/>
                </a:solidFill>
                <a:latin typeface="Calibri"/>
              </a:rPr>
              <a:t>• </a:t>
            </a:r>
            <a:r>
              <a:rPr b="0" lang="en-US" sz="1300" spc="-1" strike="noStrike">
                <a:solidFill>
                  <a:srgbClr val="e8eef6"/>
                </a:solidFill>
                <a:latin typeface="Calibri"/>
              </a:rPr>
              <a:t>Все 6 прогонов завершены, анализ в процессе.</a:t>
            </a:r>
            <a:endParaRPr b="0" lang="ru-RU" sz="1300" spc="-1" strike="noStrike">
              <a:solidFill>
                <a:srgbClr val="ffffff"/>
              </a:solidFill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0b1f3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8" name="TextBox 1"/>
          <p:cNvSpPr/>
          <p:nvPr/>
        </p:nvSpPr>
        <p:spPr>
          <a:xfrm>
            <a:off x="411480" y="228600"/>
            <a:ext cx="11383920" cy="5014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b="1" lang="en-US" sz="2700" spc="-1" strike="noStrike">
                <a:solidFill>
                  <a:srgbClr val="4fc3f7"/>
                </a:solidFill>
                <a:latin typeface="Calibri"/>
              </a:rPr>
              <a:t>Планы</a:t>
            </a:r>
            <a:endParaRPr b="0" lang="ru-RU" sz="27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119" name="Rectangle 2"/>
          <p:cNvSpPr/>
          <p:nvPr/>
        </p:nvSpPr>
        <p:spPr>
          <a:xfrm>
            <a:off x="457200" y="987480"/>
            <a:ext cx="11292480" cy="18720"/>
          </a:xfrm>
          <a:prstGeom prst="rect">
            <a:avLst/>
          </a:prstGeom>
          <a:solidFill>
            <a:srgbClr val="4fc3f7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-25920" bIns="-25920" anchor="ctr">
            <a:noAutofit/>
          </a:bodyPr>
          <a:p>
            <a:pPr algn="ctr" defTabSz="457200">
              <a:lnSpc>
                <a:spcPct val="100000"/>
              </a:lnSpc>
            </a:pPr>
            <a:endParaRPr b="0" lang="ru-RU" sz="1800" spc="-1" strike="noStrike">
              <a:solidFill>
                <a:schemeClr val="lt1"/>
              </a:solidFill>
              <a:latin typeface="Calibri"/>
            </a:endParaRPr>
          </a:p>
        </p:txBody>
      </p:sp>
      <p:sp>
        <p:nvSpPr>
          <p:cNvPr id="120" name="TextBox 3"/>
          <p:cNvSpPr/>
          <p:nvPr/>
        </p:nvSpPr>
        <p:spPr>
          <a:xfrm>
            <a:off x="640080" y="1325880"/>
            <a:ext cx="10926720" cy="21924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defTabSz="457200">
              <a:lnSpc>
                <a:spcPct val="100000"/>
              </a:lnSpc>
              <a:spcAft>
                <a:spcPts val="1199"/>
              </a:spcAft>
            </a:pPr>
            <a:r>
              <a:rPr b="0" lang="en-US" sz="1800" spc="-1" strike="noStrike">
                <a:solidFill>
                  <a:srgbClr val="e8eef6"/>
                </a:solidFill>
                <a:latin typeface="Calibri"/>
              </a:rPr>
              <a:t>• </a:t>
            </a:r>
            <a:r>
              <a:rPr b="0" lang="en-US" sz="1800" spc="-1" strike="noStrike">
                <a:solidFill>
                  <a:srgbClr val="e8eef6"/>
                </a:solidFill>
                <a:latin typeface="Calibri"/>
              </a:rPr>
              <a:t>Полный анализ кампании k = 0.8: классификация каждого прогона по критериям диска(z_rms/R_rms &lt; 0.55, c/a &lt; 0.75, |Vrot|/σ &gt; 0.15).</a:t>
            </a:r>
            <a:endParaRPr b="0" lang="ru-RU" sz="1800" spc="-1" strike="noStrike">
              <a:solidFill>
                <a:srgbClr val="ffffff"/>
              </a:solidFill>
              <a:latin typeface="Arial"/>
            </a:endParaRPr>
          </a:p>
          <a:p>
            <a:pPr defTabSz="457200">
              <a:lnSpc>
                <a:spcPct val="100000"/>
              </a:lnSpc>
              <a:spcAft>
                <a:spcPts val="1199"/>
              </a:spcAft>
            </a:pPr>
            <a:r>
              <a:rPr b="0" lang="en-US" sz="1800" spc="-1" strike="noStrike">
                <a:solidFill>
                  <a:srgbClr val="e8eef6"/>
                </a:solidFill>
                <a:latin typeface="Calibri"/>
              </a:rPr>
              <a:t>• </a:t>
            </a:r>
            <a:r>
              <a:rPr b="0" lang="en-US" sz="1800" spc="-1" strike="noStrike">
                <a:solidFill>
                  <a:srgbClr val="e8eef6"/>
                </a:solidFill>
                <a:latin typeface="Calibri"/>
              </a:rPr>
              <a:t>Продлённые прогоны до T = 5 для лучших кандидатов.</a:t>
            </a:r>
            <a:endParaRPr b="0" lang="ru-RU" sz="1800" spc="-1" strike="noStrike">
              <a:solidFill>
                <a:srgbClr val="ffffff"/>
              </a:solidFill>
              <a:latin typeface="Arial"/>
            </a:endParaRPr>
          </a:p>
          <a:p>
            <a:pPr defTabSz="457200">
              <a:lnSpc>
                <a:spcPct val="100000"/>
              </a:lnSpc>
              <a:spcAft>
                <a:spcPts val="1199"/>
              </a:spcAft>
            </a:pPr>
            <a:r>
              <a:rPr b="0" lang="en-US" sz="1800" spc="-1" strike="noStrike">
                <a:solidFill>
                  <a:srgbClr val="e8eef6"/>
                </a:solidFill>
                <a:latin typeface="Calibri"/>
              </a:rPr>
              <a:t>• </a:t>
            </a:r>
            <a:r>
              <a:rPr b="0" lang="en-US" sz="1800" spc="-1" strike="noStrike">
                <a:solidFill>
                  <a:srgbClr val="e8eef6"/>
                </a:solidFill>
                <a:latin typeface="Calibri"/>
              </a:rPr>
              <a:t>Двухкомпонентные гало(CDM + dSIDM) и более высокие сечения σ.</a:t>
            </a:r>
            <a:endParaRPr b="0" lang="ru-RU" sz="1800" spc="-1" strike="noStrike">
              <a:solidFill>
                <a:srgbClr val="ffffff"/>
              </a:solidFill>
              <a:latin typeface="Arial"/>
            </a:endParaRPr>
          </a:p>
          <a:p>
            <a:pPr defTabSz="457200">
              <a:lnSpc>
                <a:spcPct val="100000"/>
              </a:lnSpc>
              <a:spcAft>
                <a:spcPts val="1199"/>
              </a:spcAft>
            </a:pPr>
            <a:r>
              <a:rPr b="0" lang="en-US" sz="1800" spc="-1" strike="noStrike">
                <a:solidFill>
                  <a:srgbClr val="e8eef6"/>
                </a:solidFill>
                <a:latin typeface="Calibri"/>
              </a:rPr>
              <a:t>• </a:t>
            </a:r>
            <a:r>
              <a:rPr b="0" lang="en-US" sz="1800" spc="-1" strike="noStrike">
                <a:solidFill>
                  <a:srgbClr val="e8eef6"/>
                </a:solidFill>
                <a:latin typeface="Calibri"/>
              </a:rPr>
              <a:t>Аудит физики диссипации: сохранение энергии и импульса при неупругих столкновениях, корректность темпа рассеяний.</a:t>
            </a:r>
            <a:endParaRPr b="0" lang="ru-RU" sz="1800" spc="-1" strike="noStrike">
              <a:solidFill>
                <a:srgbClr val="ffffff"/>
              </a:solidFill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0b1f3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1" name="TextBox 1"/>
          <p:cNvSpPr/>
          <p:nvPr/>
        </p:nvSpPr>
        <p:spPr>
          <a:xfrm>
            <a:off x="411480" y="228600"/>
            <a:ext cx="11383920" cy="5014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b="1" lang="en-US" sz="2700" spc="-1" strike="noStrike">
                <a:solidFill>
                  <a:srgbClr val="4fc3f7"/>
                </a:solidFill>
                <a:latin typeface="Calibri"/>
              </a:rPr>
              <a:t>Выводы</a:t>
            </a:r>
            <a:endParaRPr b="0" lang="ru-RU" sz="27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122" name="Rectangle 2"/>
          <p:cNvSpPr/>
          <p:nvPr/>
        </p:nvSpPr>
        <p:spPr>
          <a:xfrm>
            <a:off x="457200" y="987480"/>
            <a:ext cx="11292480" cy="18720"/>
          </a:xfrm>
          <a:prstGeom prst="rect">
            <a:avLst/>
          </a:prstGeom>
          <a:solidFill>
            <a:srgbClr val="4fc3f7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-25920" bIns="-25920" anchor="ctr">
            <a:noAutofit/>
          </a:bodyPr>
          <a:p>
            <a:pPr algn="ctr" defTabSz="457200">
              <a:lnSpc>
                <a:spcPct val="100000"/>
              </a:lnSpc>
            </a:pPr>
            <a:endParaRPr b="0" lang="ru-RU" sz="1800" spc="-1" strike="noStrike">
              <a:solidFill>
                <a:schemeClr val="lt1"/>
              </a:solidFill>
              <a:latin typeface="Calibri"/>
            </a:endParaRPr>
          </a:p>
        </p:txBody>
      </p:sp>
      <p:sp>
        <p:nvSpPr>
          <p:cNvPr id="123" name="TextBox 3"/>
          <p:cNvSpPr/>
          <p:nvPr/>
        </p:nvSpPr>
        <p:spPr>
          <a:xfrm>
            <a:off x="640080" y="1325880"/>
            <a:ext cx="10926720" cy="2253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defTabSz="457200">
              <a:lnSpc>
                <a:spcPct val="100000"/>
              </a:lnSpc>
              <a:spcAft>
                <a:spcPts val="1199"/>
              </a:spcAft>
            </a:pPr>
            <a:r>
              <a:rPr b="0" lang="en-US" sz="1700" spc="-1" strike="noStrike">
                <a:solidFill>
                  <a:srgbClr val="e8eef6"/>
                </a:solidFill>
                <a:latin typeface="Calibri"/>
              </a:rPr>
              <a:t>• </a:t>
            </a:r>
            <a:r>
              <a:rPr b="0" lang="en-US" sz="1700" spc="-1" strike="noStrike">
                <a:solidFill>
                  <a:srgbClr val="e8eef6"/>
                </a:solidFill>
                <a:latin typeface="Calibri"/>
              </a:rPr>
              <a:t>Конвейер симуляций CDM → SIDM → dSIDM построен и верифицирован(N до 1e6).</a:t>
            </a:r>
            <a:endParaRPr b="0" lang="ru-RU" sz="1700" spc="-1" strike="noStrike">
              <a:solidFill>
                <a:srgbClr val="ffffff"/>
              </a:solidFill>
              <a:latin typeface="Arial"/>
            </a:endParaRPr>
          </a:p>
          <a:p>
            <a:pPr defTabSz="457200">
              <a:lnSpc>
                <a:spcPct val="100000"/>
              </a:lnSpc>
              <a:spcAft>
                <a:spcPts val="1199"/>
              </a:spcAft>
            </a:pPr>
            <a:r>
              <a:rPr b="0" lang="en-US" sz="1700" spc="-1" strike="noStrike">
                <a:solidFill>
                  <a:srgbClr val="e8eef6"/>
                </a:solidFill>
                <a:latin typeface="Calibri"/>
              </a:rPr>
              <a:t>• </a:t>
            </a:r>
            <a:r>
              <a:rPr b="0" lang="en-US" sz="1700" spc="-1" strike="noStrike">
                <a:solidFill>
                  <a:srgbClr val="e8eef6"/>
                </a:solidFill>
                <a:latin typeface="Calibri"/>
              </a:rPr>
              <a:t>Упругий SIDM подтверждает смягчение центрального каспа — появляется ядро.</a:t>
            </a:r>
            <a:endParaRPr b="0" lang="ru-RU" sz="1700" spc="-1" strike="noStrike">
              <a:solidFill>
                <a:srgbClr val="ffffff"/>
              </a:solidFill>
              <a:latin typeface="Arial"/>
            </a:endParaRPr>
          </a:p>
          <a:p>
            <a:pPr defTabSz="457200">
              <a:lnSpc>
                <a:spcPct val="100000"/>
              </a:lnSpc>
              <a:spcAft>
                <a:spcPts val="1199"/>
              </a:spcAft>
            </a:pPr>
            <a:r>
              <a:rPr b="0" lang="en-US" sz="1700" spc="-1" strike="noStrike">
                <a:solidFill>
                  <a:srgbClr val="e8eef6"/>
                </a:solidFill>
                <a:latin typeface="Calibri"/>
              </a:rPr>
              <a:t>• </a:t>
            </a:r>
            <a:r>
              <a:rPr b="0" lang="en-US" sz="1700" spc="-1" strike="noStrike">
                <a:solidFill>
                  <a:srgbClr val="e8eef6"/>
                </a:solidFill>
                <a:latin typeface="Calibri"/>
              </a:rPr>
              <a:t>Ни упругий, ни диссипативный сценарий при слабом начальном вращении(k ≈ 0.15) не дают диска: c/a ≈ 0.94, |Vrot|/σ ≈ 0.07.</a:t>
            </a:r>
            <a:endParaRPr b="0" lang="ru-RU" sz="1700" spc="-1" strike="noStrike">
              <a:solidFill>
                <a:srgbClr val="ffffff"/>
              </a:solidFill>
              <a:latin typeface="Arial"/>
            </a:endParaRPr>
          </a:p>
          <a:p>
            <a:pPr defTabSz="457200">
              <a:lnSpc>
                <a:spcPct val="100000"/>
              </a:lnSpc>
              <a:spcAft>
                <a:spcPts val="1199"/>
              </a:spcAft>
            </a:pPr>
            <a:r>
              <a:rPr b="0" lang="en-US" sz="1700" spc="-1" strike="noStrike">
                <a:solidFill>
                  <a:srgbClr val="e8eef6"/>
                </a:solidFill>
                <a:latin typeface="Calibri"/>
              </a:rPr>
              <a:t>• </a:t>
            </a:r>
            <a:r>
              <a:rPr b="0" lang="en-US" sz="1700" spc="-1" strike="noStrike">
                <a:solidFill>
                  <a:srgbClr val="e8eef6"/>
                </a:solidFill>
                <a:latin typeface="Calibri"/>
              </a:rPr>
              <a:t>Сильная диссипация(f ≥ 0.1) упираетсяв численный коллапс раньше, чем образуется диск.</a:t>
            </a:r>
            <a:endParaRPr b="0" lang="ru-RU" sz="1700" spc="-1" strike="noStrike">
              <a:solidFill>
                <a:srgbClr val="ffffff"/>
              </a:solidFill>
              <a:latin typeface="Arial"/>
            </a:endParaRPr>
          </a:p>
          <a:p>
            <a:pPr defTabSz="457200">
              <a:lnSpc>
                <a:spcPct val="100000"/>
              </a:lnSpc>
              <a:spcAft>
                <a:spcPts val="1199"/>
              </a:spcAft>
            </a:pPr>
            <a:r>
              <a:rPr b="0" lang="en-US" sz="1700" spc="-1" strike="noStrike">
                <a:solidFill>
                  <a:srgbClr val="e8eef6"/>
                </a:solidFill>
                <a:latin typeface="Calibri"/>
              </a:rPr>
              <a:t>• </a:t>
            </a:r>
            <a:r>
              <a:rPr b="0" lang="en-US" sz="1700" spc="-1" strike="noStrike">
                <a:solidFill>
                  <a:srgbClr val="e8eef6"/>
                </a:solidFill>
                <a:latin typeface="Calibri"/>
              </a:rPr>
              <a:t>Решающий тест: высокий спин(k = 0.8) — прогоны завершены, анализ в процессе.</a:t>
            </a:r>
            <a:endParaRPr b="0" lang="ru-RU" sz="1700" spc="-1" strike="noStrike">
              <a:solidFill>
                <a:srgbClr val="ffffff"/>
              </a:solidFill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theme/theme1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 pitchFamily="0" charset="1"/>
        <a:ea typeface=""/>
        <a:cs typeface=""/>
      </a:majorFont>
      <a:minorFont>
        <a:latin typeface="Calibri" pitchFamily="0" charset="1"/>
        <a:ea typeface=""/>
        <a:cs typeface=""/>
      </a:minorFont>
    </a:fontScheme>
    <a:fmtScheme>
      <a:fillStyleLst>
        <a:solidFill>
          <a:schemeClr val="phClr"/>
        </a:solidFill>
        <a:gradFill>
          <a:gsLst>
            <a:gs pos="0">
              <a:schemeClr val="phClr">
                <a:tint val="50000"/>
              </a:schemeClr>
            </a:gs>
            <a:gs pos="35000">
              <a:schemeClr val="phClr">
                <a:tint val="37000"/>
              </a:schemeClr>
            </a:gs>
            <a:gs pos="100000">
              <a:schemeClr val="phClr">
                <a:tint val="15000"/>
              </a:schemeClr>
            </a:gs>
          </a:gsLst>
          <a:lin ang="16200000" scaled="1"/>
          <a:tileRect l="0" t="0" r="0" b="0"/>
        </a:gradFill>
        <a:gradFill>
          <a:gsLst>
            <a:gs pos="0">
              <a:schemeClr val="phClr">
                <a:tint val="100000"/>
                <a:shade val="100000"/>
              </a:schemeClr>
            </a:gs>
            <a:gs pos="100000">
              <a:schemeClr val="phClr">
                <a:tint val="50000"/>
                <a:shade val="100000"/>
              </a:schemeClr>
            </a:gs>
          </a:gsLst>
          <a:lin ang="16200000" scaled="0"/>
          <a:tileRect l="0" t="0" r="0" b="0"/>
        </a:gradFill>
      </a:fillStyleLst>
      <a:lnStyleLst>
        <a:ln w="9525" cap="flat" cmpd="sng" algn="ctr">
          <a:prstDash val="solid"/>
        </a:ln>
        <a:ln w="25400" cap="flat" cmpd="sng" algn="ctr">
          <a:prstDash val="solid"/>
        </a:ln>
        <a:ln w="38100" cap="flat" cmpd="sng" algn="ctr"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gradFill>
          <a:gsLst>
            <a:gs pos="0">
              <a:schemeClr val="phClr">
                <a:tint val="40000"/>
              </a:schemeClr>
            </a:gs>
            <a:gs pos="40000">
              <a:schemeClr val="phClr">
                <a:tint val="45000"/>
                <a:shade val="99000"/>
              </a:schemeClr>
            </a:gs>
            <a:gs pos="100000">
              <a:schemeClr val="phClr">
                <a:shade val="20000"/>
              </a:schemeClr>
            </a:gs>
          </a:gsLst>
          <a:path path="circle">
            <a:fillToRect l="50000" t="-80000" r="50000" b="180000"/>
          </a:path>
          <a:tileRect l="0" t="0" r="0" b="0"/>
        </a:gradFill>
        <a:gradFill>
          <a:gsLst>
            <a:gs pos="0">
              <a:schemeClr val="phClr">
                <a:tint val="80000"/>
              </a:schemeClr>
            </a:gs>
            <a:gs pos="100000">
              <a:schemeClr val="phClr">
                <a:shade val="30000"/>
              </a:schemeClr>
            </a:gs>
          </a:gsLst>
          <a:path path="circle">
            <a:fillToRect l="50000" t="50000" r="50000" b="50000"/>
          </a:path>
          <a:tileRect l="0" t="0" r="0" b="0"/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 pitchFamily="0" charset="1"/>
        <a:ea typeface=""/>
        <a:cs typeface=""/>
      </a:majorFont>
      <a:minorFont>
        <a:latin typeface="Calibri" pitchFamily="0" charset="1"/>
        <a:ea typeface=""/>
        <a:cs typeface=""/>
      </a:minorFont>
    </a:fontScheme>
    <a:fmtScheme>
      <a:fillStyleLst>
        <a:solidFill>
          <a:schemeClr val="phClr"/>
        </a:solidFill>
        <a:gradFill>
          <a:gsLst>
            <a:gs pos="0">
              <a:schemeClr val="phClr">
                <a:tint val="50000"/>
              </a:schemeClr>
            </a:gs>
            <a:gs pos="35000">
              <a:schemeClr val="phClr">
                <a:tint val="37000"/>
              </a:schemeClr>
            </a:gs>
            <a:gs pos="100000">
              <a:schemeClr val="phClr">
                <a:tint val="15000"/>
              </a:schemeClr>
            </a:gs>
          </a:gsLst>
          <a:lin ang="16200000" scaled="1"/>
          <a:tileRect l="0" t="0" r="0" b="0"/>
        </a:gradFill>
        <a:gradFill>
          <a:gsLst>
            <a:gs pos="0">
              <a:schemeClr val="phClr">
                <a:tint val="100000"/>
                <a:shade val="100000"/>
              </a:schemeClr>
            </a:gs>
            <a:gs pos="100000">
              <a:schemeClr val="phClr">
                <a:tint val="50000"/>
                <a:shade val="100000"/>
              </a:schemeClr>
            </a:gs>
          </a:gsLst>
          <a:lin ang="16200000" scaled="0"/>
          <a:tileRect l="0" t="0" r="0" b="0"/>
        </a:gradFill>
      </a:fillStyleLst>
      <a:lnStyleLst>
        <a:ln w="9525" cap="flat" cmpd="sng" algn="ctr">
          <a:prstDash val="solid"/>
        </a:ln>
        <a:ln w="25400" cap="flat" cmpd="sng" algn="ctr">
          <a:prstDash val="solid"/>
        </a:ln>
        <a:ln w="38100" cap="flat" cmpd="sng" algn="ctr"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gradFill>
          <a:gsLst>
            <a:gs pos="0">
              <a:schemeClr val="phClr">
                <a:tint val="40000"/>
              </a:schemeClr>
            </a:gs>
            <a:gs pos="40000">
              <a:schemeClr val="phClr">
                <a:tint val="45000"/>
                <a:shade val="99000"/>
              </a:schemeClr>
            </a:gs>
            <a:gs pos="100000">
              <a:schemeClr val="phClr">
                <a:shade val="20000"/>
              </a:schemeClr>
            </a:gs>
          </a:gsLst>
          <a:path path="circle">
            <a:fillToRect l="50000" t="-80000" r="50000" b="180000"/>
          </a:path>
          <a:tileRect l="0" t="0" r="0" b="0"/>
        </a:gradFill>
        <a:gradFill>
          <a:gsLst>
            <a:gs pos="0">
              <a:schemeClr val="phClr">
                <a:tint val="80000"/>
              </a:schemeClr>
            </a:gs>
            <a:gs pos="100000">
              <a:schemeClr val="phClr">
                <a:shade val="30000"/>
              </a:schemeClr>
            </a:gs>
          </a:gsLst>
          <a:path path="circle">
            <a:fillToRect l="50000" t="50000" r="50000" b="50000"/>
          </a:path>
          <a:tileRect l="0" t="0" r="0" b="0"/>
        </a:gradFill>
      </a:bgFillStyleLst>
    </a:fmtScheme>
  </a:themeElements>
</a:theme>
</file>

<file path=ppt/theme/theme3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 pitchFamily="0" charset="1"/>
        <a:ea typeface=""/>
        <a:cs typeface=""/>
      </a:majorFont>
      <a:minorFont>
        <a:latin typeface="Calibri" pitchFamily="0" charset="1"/>
        <a:ea typeface=""/>
        <a:cs typeface=""/>
      </a:minorFont>
    </a:fontScheme>
    <a:fmtScheme>
      <a:fillStyleLst>
        <a:solidFill>
          <a:schemeClr val="phClr"/>
        </a:solidFill>
        <a:gradFill>
          <a:gsLst>
            <a:gs pos="0">
              <a:schemeClr val="phClr">
                <a:tint val="50000"/>
              </a:schemeClr>
            </a:gs>
            <a:gs pos="35000">
              <a:schemeClr val="phClr">
                <a:tint val="37000"/>
              </a:schemeClr>
            </a:gs>
            <a:gs pos="100000">
              <a:schemeClr val="phClr">
                <a:tint val="15000"/>
              </a:schemeClr>
            </a:gs>
          </a:gsLst>
          <a:lin ang="16200000" scaled="1"/>
          <a:tileRect l="0" t="0" r="0" b="0"/>
        </a:gradFill>
        <a:gradFill>
          <a:gsLst>
            <a:gs pos="0">
              <a:schemeClr val="phClr">
                <a:tint val="100000"/>
                <a:shade val="100000"/>
              </a:schemeClr>
            </a:gs>
            <a:gs pos="100000">
              <a:schemeClr val="phClr">
                <a:tint val="50000"/>
                <a:shade val="100000"/>
              </a:schemeClr>
            </a:gs>
          </a:gsLst>
          <a:lin ang="16200000" scaled="0"/>
          <a:tileRect l="0" t="0" r="0" b="0"/>
        </a:gradFill>
      </a:fillStyleLst>
      <a:lnStyleLst>
        <a:ln w="9525" cap="flat" cmpd="sng" algn="ctr">
          <a:prstDash val="solid"/>
        </a:ln>
        <a:ln w="25400" cap="flat" cmpd="sng" algn="ctr">
          <a:prstDash val="solid"/>
        </a:ln>
        <a:ln w="38100" cap="flat" cmpd="sng" algn="ctr"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gradFill>
          <a:gsLst>
            <a:gs pos="0">
              <a:schemeClr val="phClr">
                <a:tint val="40000"/>
              </a:schemeClr>
            </a:gs>
            <a:gs pos="40000">
              <a:schemeClr val="phClr">
                <a:tint val="45000"/>
                <a:shade val="99000"/>
              </a:schemeClr>
            </a:gs>
            <a:gs pos="100000">
              <a:schemeClr val="phClr">
                <a:shade val="20000"/>
              </a:schemeClr>
            </a:gs>
          </a:gsLst>
          <a:path path="circle">
            <a:fillToRect l="50000" t="-80000" r="50000" b="180000"/>
          </a:path>
          <a:tileRect l="0" t="0" r="0" b="0"/>
        </a:gradFill>
        <a:gradFill>
          <a:gsLst>
            <a:gs pos="0">
              <a:schemeClr val="phClr">
                <a:tint val="80000"/>
              </a:schemeClr>
            </a:gs>
            <a:gs pos="100000">
              <a:schemeClr val="phClr">
                <a:shade val="30000"/>
              </a:schemeClr>
            </a:gs>
          </a:gsLst>
          <a:path path="circle">
            <a:fillToRect l="50000" t="50000" r="50000" b="50000"/>
          </a:path>
          <a:tileRect l="0" t="0" r="0" b="0"/>
        </a:gradFill>
      </a:bgFillStyleLst>
    </a:fmtScheme>
  </a:themeElements>
</a:theme>
</file>

<file path=ppt/theme/theme4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 pitchFamily="0" charset="1"/>
        <a:ea typeface=""/>
        <a:cs typeface=""/>
      </a:majorFont>
      <a:minorFont>
        <a:latin typeface="Calibri" pitchFamily="0" charset="1"/>
        <a:ea typeface=""/>
        <a:cs typeface=""/>
      </a:minorFont>
    </a:fontScheme>
    <a:fmtScheme>
      <a:fillStyleLst>
        <a:solidFill>
          <a:schemeClr val="phClr"/>
        </a:solidFill>
        <a:gradFill>
          <a:gsLst>
            <a:gs pos="0">
              <a:schemeClr val="phClr">
                <a:tint val="50000"/>
              </a:schemeClr>
            </a:gs>
            <a:gs pos="35000">
              <a:schemeClr val="phClr">
                <a:tint val="37000"/>
              </a:schemeClr>
            </a:gs>
            <a:gs pos="100000">
              <a:schemeClr val="phClr">
                <a:tint val="15000"/>
              </a:schemeClr>
            </a:gs>
          </a:gsLst>
          <a:lin ang="16200000" scaled="1"/>
          <a:tileRect l="0" t="0" r="0" b="0"/>
        </a:gradFill>
        <a:gradFill>
          <a:gsLst>
            <a:gs pos="0">
              <a:schemeClr val="phClr">
                <a:tint val="100000"/>
                <a:shade val="100000"/>
              </a:schemeClr>
            </a:gs>
            <a:gs pos="100000">
              <a:schemeClr val="phClr">
                <a:tint val="50000"/>
                <a:shade val="100000"/>
              </a:schemeClr>
            </a:gs>
          </a:gsLst>
          <a:lin ang="16200000" scaled="0"/>
          <a:tileRect l="0" t="0" r="0" b="0"/>
        </a:gradFill>
      </a:fillStyleLst>
      <a:lnStyleLst>
        <a:ln w="9525" cap="flat" cmpd="sng" algn="ctr">
          <a:prstDash val="solid"/>
        </a:ln>
        <a:ln w="25400" cap="flat" cmpd="sng" algn="ctr">
          <a:prstDash val="solid"/>
        </a:ln>
        <a:ln w="38100" cap="flat" cmpd="sng" algn="ctr"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gradFill>
          <a:gsLst>
            <a:gs pos="0">
              <a:schemeClr val="phClr">
                <a:tint val="40000"/>
              </a:schemeClr>
            </a:gs>
            <a:gs pos="40000">
              <a:schemeClr val="phClr">
                <a:tint val="45000"/>
                <a:shade val="99000"/>
              </a:schemeClr>
            </a:gs>
            <a:gs pos="100000">
              <a:schemeClr val="phClr">
                <a:shade val="20000"/>
              </a:schemeClr>
            </a:gs>
          </a:gsLst>
          <a:path path="circle">
            <a:fillToRect l="50000" t="-80000" r="50000" b="180000"/>
          </a:path>
          <a:tileRect l="0" t="0" r="0" b="0"/>
        </a:gradFill>
        <a:gradFill>
          <a:gsLst>
            <a:gs pos="0">
              <a:schemeClr val="phClr">
                <a:tint val="80000"/>
              </a:schemeClr>
            </a:gs>
            <a:gs pos="100000">
              <a:schemeClr val="phClr">
                <a:shade val="30000"/>
              </a:schemeClr>
            </a:gs>
          </a:gsLst>
          <a:path path="circle">
            <a:fillToRect l="50000" t="50000" r="50000" b="50000"/>
          </a:path>
          <a:tileRect l="0" t="0" r="0" b="0"/>
        </a:gradFill>
      </a:bgFillStyleLst>
    </a:fmtScheme>
  </a:themeElements>
</a:theme>
</file>

<file path=ppt/theme/theme5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 pitchFamily="0" charset="1"/>
        <a:ea typeface=""/>
        <a:cs typeface=""/>
      </a:majorFont>
      <a:minorFont>
        <a:latin typeface="Calibri" pitchFamily="0" charset="1"/>
        <a:ea typeface=""/>
        <a:cs typeface=""/>
      </a:minorFont>
    </a:fontScheme>
    <a:fmtScheme>
      <a:fillStyleLst>
        <a:solidFill>
          <a:schemeClr val="phClr"/>
        </a:solidFill>
        <a:gradFill>
          <a:gsLst>
            <a:gs pos="0">
              <a:schemeClr val="phClr">
                <a:tint val="50000"/>
              </a:schemeClr>
            </a:gs>
            <a:gs pos="35000">
              <a:schemeClr val="phClr">
                <a:tint val="37000"/>
              </a:schemeClr>
            </a:gs>
            <a:gs pos="100000">
              <a:schemeClr val="phClr">
                <a:tint val="15000"/>
              </a:schemeClr>
            </a:gs>
          </a:gsLst>
          <a:lin ang="16200000" scaled="1"/>
          <a:tileRect l="0" t="0" r="0" b="0"/>
        </a:gradFill>
        <a:gradFill>
          <a:gsLst>
            <a:gs pos="0">
              <a:schemeClr val="phClr">
                <a:tint val="100000"/>
                <a:shade val="100000"/>
              </a:schemeClr>
            </a:gs>
            <a:gs pos="100000">
              <a:schemeClr val="phClr">
                <a:tint val="50000"/>
                <a:shade val="100000"/>
              </a:schemeClr>
            </a:gs>
          </a:gsLst>
          <a:lin ang="16200000" scaled="0"/>
          <a:tileRect l="0" t="0" r="0" b="0"/>
        </a:gradFill>
      </a:fillStyleLst>
      <a:lnStyleLst>
        <a:ln w="9525" cap="flat" cmpd="sng" algn="ctr">
          <a:prstDash val="solid"/>
        </a:ln>
        <a:ln w="25400" cap="flat" cmpd="sng" algn="ctr">
          <a:prstDash val="solid"/>
        </a:ln>
        <a:ln w="38100" cap="flat" cmpd="sng" algn="ctr"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gradFill>
          <a:gsLst>
            <a:gs pos="0">
              <a:schemeClr val="phClr">
                <a:tint val="40000"/>
              </a:schemeClr>
            </a:gs>
            <a:gs pos="40000">
              <a:schemeClr val="phClr">
                <a:tint val="45000"/>
                <a:shade val="99000"/>
              </a:schemeClr>
            </a:gs>
            <a:gs pos="100000">
              <a:schemeClr val="phClr">
                <a:shade val="20000"/>
              </a:schemeClr>
            </a:gs>
          </a:gsLst>
          <a:path path="circle">
            <a:fillToRect l="50000" t="-80000" r="50000" b="180000"/>
          </a:path>
          <a:tileRect l="0" t="0" r="0" b="0"/>
        </a:gradFill>
        <a:gradFill>
          <a:gsLst>
            <a:gs pos="0">
              <a:schemeClr val="phClr">
                <a:tint val="80000"/>
              </a:schemeClr>
            </a:gs>
            <a:gs pos="100000">
              <a:schemeClr val="phClr">
                <a:shade val="30000"/>
              </a:schemeClr>
            </a:gs>
          </a:gsLst>
          <a:path path="circle">
            <a:fillToRect l="50000" t="50000" r="50000" b="50000"/>
          </a:path>
          <a:tileRect l="0" t="0" r="0" b="0"/>
        </a:gradFill>
      </a:bgFillStyleLst>
    </a:fmtScheme>
  </a:themeElements>
</a:theme>
</file>

<file path=ppt/theme/theme6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 pitchFamily="0" charset="1"/>
        <a:ea typeface=""/>
        <a:cs typeface=""/>
      </a:majorFont>
      <a:minorFont>
        <a:latin typeface="Calibri" pitchFamily="0" charset="1"/>
        <a:ea typeface=""/>
        <a:cs typeface=""/>
      </a:minorFont>
    </a:fontScheme>
    <a:fmtScheme>
      <a:fillStyleLst>
        <a:solidFill>
          <a:schemeClr val="phClr"/>
        </a:solidFill>
        <a:gradFill>
          <a:gsLst>
            <a:gs pos="0">
              <a:schemeClr val="phClr">
                <a:tint val="50000"/>
              </a:schemeClr>
            </a:gs>
            <a:gs pos="35000">
              <a:schemeClr val="phClr">
                <a:tint val="37000"/>
              </a:schemeClr>
            </a:gs>
            <a:gs pos="100000">
              <a:schemeClr val="phClr">
                <a:tint val="15000"/>
              </a:schemeClr>
            </a:gs>
          </a:gsLst>
          <a:lin ang="16200000" scaled="1"/>
          <a:tileRect l="0" t="0" r="0" b="0"/>
        </a:gradFill>
        <a:gradFill>
          <a:gsLst>
            <a:gs pos="0">
              <a:schemeClr val="phClr">
                <a:tint val="100000"/>
                <a:shade val="100000"/>
              </a:schemeClr>
            </a:gs>
            <a:gs pos="100000">
              <a:schemeClr val="phClr">
                <a:tint val="50000"/>
                <a:shade val="100000"/>
              </a:schemeClr>
            </a:gs>
          </a:gsLst>
          <a:lin ang="16200000" scaled="0"/>
          <a:tileRect l="0" t="0" r="0" b="0"/>
        </a:gradFill>
      </a:fillStyleLst>
      <a:lnStyleLst>
        <a:ln w="9525" cap="flat" cmpd="sng" algn="ctr">
          <a:prstDash val="solid"/>
        </a:ln>
        <a:ln w="25400" cap="flat" cmpd="sng" algn="ctr">
          <a:prstDash val="solid"/>
        </a:ln>
        <a:ln w="38100" cap="flat" cmpd="sng" algn="ctr"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gradFill>
          <a:gsLst>
            <a:gs pos="0">
              <a:schemeClr val="phClr">
                <a:tint val="40000"/>
              </a:schemeClr>
            </a:gs>
            <a:gs pos="40000">
              <a:schemeClr val="phClr">
                <a:tint val="45000"/>
                <a:shade val="99000"/>
              </a:schemeClr>
            </a:gs>
            <a:gs pos="100000">
              <a:schemeClr val="phClr">
                <a:shade val="20000"/>
              </a:schemeClr>
            </a:gs>
          </a:gsLst>
          <a:path path="circle">
            <a:fillToRect l="50000" t="-80000" r="50000" b="180000"/>
          </a:path>
          <a:tileRect l="0" t="0" r="0" b="0"/>
        </a:gradFill>
        <a:gradFill>
          <a:gsLst>
            <a:gs pos="0">
              <a:schemeClr val="phClr">
                <a:tint val="80000"/>
              </a:schemeClr>
            </a:gs>
            <a:gs pos="100000">
              <a:schemeClr val="phClr">
                <a:shade val="30000"/>
              </a:schemeClr>
            </a:gs>
          </a:gsLst>
          <a:path path="circle">
            <a:fillToRect l="50000" t="50000" r="50000" b="50000"/>
          </a:path>
          <a:tileRect l="0" t="0" r="0" b="0"/>
        </a:gradFill>
      </a:bgFillStyleLst>
    </a:fmtScheme>
  </a:themeElements>
</a:theme>
</file>

<file path=ppt/theme/theme7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 pitchFamily="0" charset="1"/>
        <a:ea typeface=""/>
        <a:cs typeface=""/>
      </a:majorFont>
      <a:minorFont>
        <a:latin typeface="Calibri" pitchFamily="0" charset="1"/>
        <a:ea typeface=""/>
        <a:cs typeface=""/>
      </a:minorFont>
    </a:fontScheme>
    <a:fmtScheme>
      <a:fillStyleLst>
        <a:solidFill>
          <a:schemeClr val="phClr"/>
        </a:solidFill>
        <a:gradFill>
          <a:gsLst>
            <a:gs pos="0">
              <a:schemeClr val="phClr">
                <a:tint val="50000"/>
              </a:schemeClr>
            </a:gs>
            <a:gs pos="35000">
              <a:schemeClr val="phClr">
                <a:tint val="37000"/>
              </a:schemeClr>
            </a:gs>
            <a:gs pos="100000">
              <a:schemeClr val="phClr">
                <a:tint val="15000"/>
              </a:schemeClr>
            </a:gs>
          </a:gsLst>
          <a:lin ang="16200000" scaled="1"/>
          <a:tileRect l="0" t="0" r="0" b="0"/>
        </a:gradFill>
        <a:gradFill>
          <a:gsLst>
            <a:gs pos="0">
              <a:schemeClr val="phClr">
                <a:tint val="100000"/>
                <a:shade val="100000"/>
              </a:schemeClr>
            </a:gs>
            <a:gs pos="100000">
              <a:schemeClr val="phClr">
                <a:tint val="50000"/>
                <a:shade val="100000"/>
              </a:schemeClr>
            </a:gs>
          </a:gsLst>
          <a:lin ang="16200000" scaled="0"/>
          <a:tileRect l="0" t="0" r="0" b="0"/>
        </a:gradFill>
      </a:fillStyleLst>
      <a:lnStyleLst>
        <a:ln w="9525" cap="flat" cmpd="sng" algn="ctr">
          <a:prstDash val="solid"/>
        </a:ln>
        <a:ln w="25400" cap="flat" cmpd="sng" algn="ctr">
          <a:prstDash val="solid"/>
        </a:ln>
        <a:ln w="38100" cap="flat" cmpd="sng" algn="ctr"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gradFill>
          <a:gsLst>
            <a:gs pos="0">
              <a:schemeClr val="phClr">
                <a:tint val="40000"/>
              </a:schemeClr>
            </a:gs>
            <a:gs pos="40000">
              <a:schemeClr val="phClr">
                <a:tint val="45000"/>
                <a:shade val="99000"/>
              </a:schemeClr>
            </a:gs>
            <a:gs pos="100000">
              <a:schemeClr val="phClr">
                <a:shade val="20000"/>
              </a:schemeClr>
            </a:gs>
          </a:gsLst>
          <a:path path="circle">
            <a:fillToRect l="50000" t="-80000" r="50000" b="180000"/>
          </a:path>
          <a:tileRect l="0" t="0" r="0" b="0"/>
        </a:gradFill>
        <a:gradFill>
          <a:gsLst>
            <a:gs pos="0">
              <a:schemeClr val="phClr">
                <a:tint val="80000"/>
              </a:schemeClr>
            </a:gs>
            <a:gs pos="100000">
              <a:schemeClr val="phClr">
                <a:shade val="30000"/>
              </a:schemeClr>
            </a:gs>
          </a:gsLst>
          <a:path path="circle">
            <a:fillToRect l="50000" t="50000" r="50000" b="50000"/>
          </a:path>
          <a:tileRect l="0" t="0" r="0" b="0"/>
        </a:gradFill>
      </a:bgFillStyleLst>
    </a:fmtScheme>
  </a:themeElements>
</a:theme>
</file>

<file path=ppt/theme/theme8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 pitchFamily="0" charset="1"/>
        <a:ea typeface=""/>
        <a:cs typeface=""/>
      </a:majorFont>
      <a:minorFont>
        <a:latin typeface="Calibri" pitchFamily="0" charset="1"/>
        <a:ea typeface=""/>
        <a:cs typeface=""/>
      </a:minorFont>
    </a:fontScheme>
    <a:fmtScheme>
      <a:fillStyleLst>
        <a:solidFill>
          <a:schemeClr val="phClr"/>
        </a:solidFill>
        <a:gradFill>
          <a:gsLst>
            <a:gs pos="0">
              <a:schemeClr val="phClr">
                <a:tint val="50000"/>
              </a:schemeClr>
            </a:gs>
            <a:gs pos="35000">
              <a:schemeClr val="phClr">
                <a:tint val="37000"/>
              </a:schemeClr>
            </a:gs>
            <a:gs pos="100000">
              <a:schemeClr val="phClr">
                <a:tint val="15000"/>
              </a:schemeClr>
            </a:gs>
          </a:gsLst>
          <a:lin ang="16200000" scaled="1"/>
          <a:tileRect l="0" t="0" r="0" b="0"/>
        </a:gradFill>
        <a:gradFill>
          <a:gsLst>
            <a:gs pos="0">
              <a:schemeClr val="phClr">
                <a:tint val="100000"/>
                <a:shade val="100000"/>
              </a:schemeClr>
            </a:gs>
            <a:gs pos="100000">
              <a:schemeClr val="phClr">
                <a:tint val="50000"/>
                <a:shade val="100000"/>
              </a:schemeClr>
            </a:gs>
          </a:gsLst>
          <a:lin ang="16200000" scaled="0"/>
          <a:tileRect l="0" t="0" r="0" b="0"/>
        </a:gradFill>
      </a:fillStyleLst>
      <a:lnStyleLst>
        <a:ln w="9525" cap="flat" cmpd="sng" algn="ctr">
          <a:prstDash val="solid"/>
        </a:ln>
        <a:ln w="25400" cap="flat" cmpd="sng" algn="ctr">
          <a:prstDash val="solid"/>
        </a:ln>
        <a:ln w="38100" cap="flat" cmpd="sng" algn="ctr"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gradFill>
          <a:gsLst>
            <a:gs pos="0">
              <a:schemeClr val="phClr">
                <a:tint val="40000"/>
              </a:schemeClr>
            </a:gs>
            <a:gs pos="40000">
              <a:schemeClr val="phClr">
                <a:tint val="45000"/>
                <a:shade val="99000"/>
              </a:schemeClr>
            </a:gs>
            <a:gs pos="100000">
              <a:schemeClr val="phClr">
                <a:shade val="20000"/>
              </a:schemeClr>
            </a:gs>
          </a:gsLst>
          <a:path path="circle">
            <a:fillToRect l="50000" t="-80000" r="50000" b="180000"/>
          </a:path>
          <a:tileRect l="0" t="0" r="0" b="0"/>
        </a:gradFill>
        <a:gradFill>
          <a:gsLst>
            <a:gs pos="0">
              <a:schemeClr val="phClr">
                <a:tint val="80000"/>
              </a:schemeClr>
            </a:gs>
            <a:gs pos="100000">
              <a:schemeClr val="phClr">
                <a:shade val="30000"/>
              </a:schemeClr>
            </a:gs>
          </a:gsLst>
          <a:path path="circle">
            <a:fillToRect l="50000" t="50000" r="50000" b="50000"/>
          </a:path>
          <a:tileRect l="0" t="0" r="0" b="0"/>
        </a:gradFill>
      </a:bgFillStyleLst>
    </a:fmtScheme>
  </a:themeElements>
</a:theme>
</file>

<file path=ppt/theme/theme9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 pitchFamily="0" charset="1"/>
        <a:ea typeface=""/>
        <a:cs typeface=""/>
      </a:majorFont>
      <a:minorFont>
        <a:latin typeface="Calibri" pitchFamily="0" charset="1"/>
        <a:ea typeface=""/>
        <a:cs typeface=""/>
      </a:minorFont>
    </a:fontScheme>
    <a:fmtScheme>
      <a:fillStyleLst>
        <a:solidFill>
          <a:schemeClr val="phClr"/>
        </a:solidFill>
        <a:gradFill>
          <a:gsLst>
            <a:gs pos="0">
              <a:schemeClr val="phClr">
                <a:tint val="50000"/>
              </a:schemeClr>
            </a:gs>
            <a:gs pos="35000">
              <a:schemeClr val="phClr">
                <a:tint val="37000"/>
              </a:schemeClr>
            </a:gs>
            <a:gs pos="100000">
              <a:schemeClr val="phClr">
                <a:tint val="15000"/>
              </a:schemeClr>
            </a:gs>
          </a:gsLst>
          <a:lin ang="16200000" scaled="1"/>
          <a:tileRect l="0" t="0" r="0" b="0"/>
        </a:gradFill>
        <a:gradFill>
          <a:gsLst>
            <a:gs pos="0">
              <a:schemeClr val="phClr">
                <a:tint val="100000"/>
                <a:shade val="100000"/>
              </a:schemeClr>
            </a:gs>
            <a:gs pos="100000">
              <a:schemeClr val="phClr">
                <a:tint val="50000"/>
                <a:shade val="100000"/>
              </a:schemeClr>
            </a:gs>
          </a:gsLst>
          <a:lin ang="16200000" scaled="0"/>
          <a:tileRect l="0" t="0" r="0" b="0"/>
        </a:gradFill>
      </a:fillStyleLst>
      <a:lnStyleLst>
        <a:ln w="9525" cap="flat" cmpd="sng" algn="ctr">
          <a:prstDash val="solid"/>
        </a:ln>
        <a:ln w="25400" cap="flat" cmpd="sng" algn="ctr">
          <a:prstDash val="solid"/>
        </a:ln>
        <a:ln w="38100" cap="flat" cmpd="sng" algn="ctr"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gradFill>
          <a:gsLst>
            <a:gs pos="0">
              <a:schemeClr val="phClr">
                <a:tint val="40000"/>
              </a:schemeClr>
            </a:gs>
            <a:gs pos="40000">
              <a:schemeClr val="phClr">
                <a:tint val="45000"/>
                <a:shade val="99000"/>
              </a:schemeClr>
            </a:gs>
            <a:gs pos="100000">
              <a:schemeClr val="phClr">
                <a:shade val="20000"/>
              </a:schemeClr>
            </a:gs>
          </a:gsLst>
          <a:path path="circle">
            <a:fillToRect l="50000" t="-80000" r="50000" b="180000"/>
          </a:path>
          <a:tileRect l="0" t="0" r="0" b="0"/>
        </a:gradFill>
        <a:gradFill>
          <a:gsLst>
            <a:gs pos="0">
              <a:schemeClr val="phClr">
                <a:tint val="80000"/>
              </a:schemeClr>
            </a:gs>
            <a:gs pos="100000">
              <a:schemeClr val="phClr">
                <a:shade val="30000"/>
              </a:schemeClr>
            </a:gs>
          </a:gsLst>
          <a:path path="circle">
            <a:fillToRect l="50000" t="50000" r="50000" b="50000"/>
          </a:path>
          <a:tileRect l="0" t="0" r="0" b="0"/>
        </a:gradFill>
      </a:bgFillStyleLst>
    </a:fmtScheme>
  </a:themeElements>
</a:theme>
</file>

<file path=ppt/theme/theme10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 pitchFamily="0" charset="1"/>
        <a:ea typeface=""/>
        <a:cs typeface=""/>
      </a:majorFont>
      <a:minorFont>
        <a:latin typeface="Calibri" pitchFamily="0" charset="1"/>
        <a:ea typeface=""/>
        <a:cs typeface=""/>
      </a:minorFont>
    </a:fontScheme>
    <a:fmtScheme>
      <a:fillStyleLst>
        <a:solidFill>
          <a:schemeClr val="phClr"/>
        </a:solidFill>
        <a:gradFill>
          <a:gsLst>
            <a:gs pos="0">
              <a:schemeClr val="phClr">
                <a:tint val="50000"/>
              </a:schemeClr>
            </a:gs>
            <a:gs pos="35000">
              <a:schemeClr val="phClr">
                <a:tint val="37000"/>
              </a:schemeClr>
            </a:gs>
            <a:gs pos="100000">
              <a:schemeClr val="phClr">
                <a:tint val="15000"/>
              </a:schemeClr>
            </a:gs>
          </a:gsLst>
          <a:lin ang="16200000" scaled="1"/>
          <a:tileRect l="0" t="0" r="0" b="0"/>
        </a:gradFill>
        <a:gradFill>
          <a:gsLst>
            <a:gs pos="0">
              <a:schemeClr val="phClr">
                <a:tint val="100000"/>
                <a:shade val="100000"/>
              </a:schemeClr>
            </a:gs>
            <a:gs pos="100000">
              <a:schemeClr val="phClr">
                <a:tint val="50000"/>
                <a:shade val="100000"/>
              </a:schemeClr>
            </a:gs>
          </a:gsLst>
          <a:lin ang="16200000" scaled="0"/>
          <a:tileRect l="0" t="0" r="0" b="0"/>
        </a:gradFill>
      </a:fillStyleLst>
      <a:lnStyleLst>
        <a:ln w="9525" cap="flat" cmpd="sng" algn="ctr">
          <a:prstDash val="solid"/>
        </a:ln>
        <a:ln w="25400" cap="flat" cmpd="sng" algn="ctr">
          <a:prstDash val="solid"/>
        </a:ln>
        <a:ln w="38100" cap="flat" cmpd="sng" algn="ctr"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gradFill>
          <a:gsLst>
            <a:gs pos="0">
              <a:schemeClr val="phClr">
                <a:tint val="40000"/>
              </a:schemeClr>
            </a:gs>
            <a:gs pos="40000">
              <a:schemeClr val="phClr">
                <a:tint val="45000"/>
                <a:shade val="99000"/>
              </a:schemeClr>
            </a:gs>
            <a:gs pos="100000">
              <a:schemeClr val="phClr">
                <a:shade val="20000"/>
              </a:schemeClr>
            </a:gs>
          </a:gsLst>
          <a:path path="circle">
            <a:fillToRect l="50000" t="-80000" r="50000" b="180000"/>
          </a:path>
          <a:tileRect l="0" t="0" r="0" b="0"/>
        </a:gradFill>
        <a:gradFill>
          <a:gsLst>
            <a:gs pos="0">
              <a:schemeClr val="phClr">
                <a:tint val="80000"/>
              </a:schemeClr>
            </a:gs>
            <a:gs pos="100000">
              <a:schemeClr val="phClr">
                <a:shade val="30000"/>
              </a:schemeClr>
            </a:gs>
          </a:gsLst>
          <a:path path="circle">
            <a:fillToRect l="50000" t="50000" r="50000" b="50000"/>
          </a:path>
          <a:tileRect l="0" t="0" r="0" b="0"/>
        </a:gradFill>
      </a:bgFillStyleLst>
    </a:fmtScheme>
  </a:themeElements>
</a:theme>
</file>

<file path=ppt/theme/theme11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 pitchFamily="0" charset="1"/>
        <a:ea typeface=""/>
        <a:cs typeface=""/>
      </a:majorFont>
      <a:minorFont>
        <a:latin typeface="Calibri" pitchFamily="0" charset="1"/>
        <a:ea typeface=""/>
        <a:cs typeface=""/>
      </a:minorFont>
    </a:fontScheme>
    <a:fmtScheme>
      <a:fillStyleLst>
        <a:solidFill>
          <a:schemeClr val="phClr"/>
        </a:solidFill>
        <a:gradFill>
          <a:gsLst>
            <a:gs pos="0">
              <a:schemeClr val="phClr">
                <a:tint val="50000"/>
              </a:schemeClr>
            </a:gs>
            <a:gs pos="35000">
              <a:schemeClr val="phClr">
                <a:tint val="37000"/>
              </a:schemeClr>
            </a:gs>
            <a:gs pos="100000">
              <a:schemeClr val="phClr">
                <a:tint val="15000"/>
              </a:schemeClr>
            </a:gs>
          </a:gsLst>
          <a:lin ang="16200000" scaled="1"/>
          <a:tileRect l="0" t="0" r="0" b="0"/>
        </a:gradFill>
        <a:gradFill>
          <a:gsLst>
            <a:gs pos="0">
              <a:schemeClr val="phClr">
                <a:tint val="100000"/>
                <a:shade val="100000"/>
              </a:schemeClr>
            </a:gs>
            <a:gs pos="100000">
              <a:schemeClr val="phClr">
                <a:tint val="50000"/>
                <a:shade val="100000"/>
              </a:schemeClr>
            </a:gs>
          </a:gsLst>
          <a:lin ang="16200000" scaled="0"/>
          <a:tileRect l="0" t="0" r="0" b="0"/>
        </a:gradFill>
      </a:fillStyleLst>
      <a:lnStyleLst>
        <a:ln w="9525" cap="flat" cmpd="sng" algn="ctr">
          <a:prstDash val="solid"/>
        </a:ln>
        <a:ln w="25400" cap="flat" cmpd="sng" algn="ctr">
          <a:prstDash val="solid"/>
        </a:ln>
        <a:ln w="38100" cap="flat" cmpd="sng" algn="ctr"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gradFill>
          <a:gsLst>
            <a:gs pos="0">
              <a:schemeClr val="phClr">
                <a:tint val="40000"/>
              </a:schemeClr>
            </a:gs>
            <a:gs pos="40000">
              <a:schemeClr val="phClr">
                <a:tint val="45000"/>
                <a:shade val="99000"/>
              </a:schemeClr>
            </a:gs>
            <a:gs pos="100000">
              <a:schemeClr val="phClr">
                <a:shade val="20000"/>
              </a:schemeClr>
            </a:gs>
          </a:gsLst>
          <a:path path="circle">
            <a:fillToRect l="50000" t="-80000" r="50000" b="180000"/>
          </a:path>
          <a:tileRect l="0" t="0" r="0" b="0"/>
        </a:gradFill>
        <a:gradFill>
          <a:gsLst>
            <a:gs pos="0">
              <a:schemeClr val="phClr">
                <a:tint val="80000"/>
              </a:schemeClr>
            </a:gs>
            <a:gs pos="100000">
              <a:schemeClr val="phClr">
                <a:shade val="30000"/>
              </a:schemeClr>
            </a:gs>
          </a:gsLst>
          <a:path path="circle">
            <a:fillToRect l="50000" t="50000" r="50000" b="50000"/>
          </a:path>
          <a:tileRect l="0" t="0" r="0" b="0"/>
        </a:gradFill>
      </a:bgFillStyleLst>
    </a:fmtScheme>
  </a:themeElements>
</a:theme>
</file>

<file path=ppt/theme/theme12.xml><?xml version="1.0" encoding="utf-8"?>
<a:theme xmlns:a="http://schemas.openxmlformats.org/drawingml/2006/main" xmlns:r="http://schemas.openxmlformats.org/officeDocument/2006/relationships" name="Office Theme">
  <a:themeElements>
    <a:clrScheme name="LibreOffice">
      <a:dk1>
        <a:srgbClr val="000000"/>
      </a:dk1>
      <a:lt1>
        <a:srgbClr val="ffffff"/>
      </a:lt1>
      <a:dk2>
        <a:srgbClr val="000000"/>
      </a:dk2>
      <a:lt2>
        <a:srgbClr val="ffffff"/>
      </a:lt2>
      <a:accent1>
        <a:srgbClr val="18a303"/>
      </a:accent1>
      <a:accent2>
        <a:srgbClr val="0369a3"/>
      </a:accent2>
      <a:accent3>
        <a:srgbClr val="a33e03"/>
      </a:accent3>
      <a:accent4>
        <a:srgbClr val="8e03a3"/>
      </a:accent4>
      <a:accent5>
        <a:srgbClr val="c99c00"/>
      </a:accent5>
      <a:accent6>
        <a:srgbClr val="c9211e"/>
      </a:accent6>
      <a:hlink>
        <a:srgbClr val="0000ee"/>
      </a:hlink>
      <a:folHlink>
        <a:srgbClr val="551a8b"/>
      </a:folHlink>
    </a:clrScheme>
    <a:fontScheme name="Office">
      <a:majorFont>
        <a:latin typeface="Arial" pitchFamily="0" charset="1"/>
        <a:ea typeface="DejaVu Sans" pitchFamily="0" charset="1"/>
        <a:cs typeface="DejaVu Sans" pitchFamily="0" charset="1"/>
      </a:majorFont>
      <a:minorFont>
        <a:latin typeface="Arial" pitchFamily="0" charset="1"/>
        <a:ea typeface="DejaVu Sans" pitchFamily="0" charset="1"/>
        <a:cs typeface="DejaVu Sans" pitchFamily="0" charset="1"/>
      </a:minorFont>
    </a:fontScheme>
    <a:fmtScheme>
      <a:fillStyleLst>
        <a:solidFill>
          <a:schemeClr val="phClr"/>
        </a:solidFill>
        <a:solidFill>
          <a:schemeClr val="phClr"/>
        </a:solidFill>
        <a:solidFill>
          <a:schemeClr val="phClr"/>
        </a:solidFill>
      </a:fillStyleLst>
      <a:lnStyleLst>
        <a:ln w="6350" cap="flat" cmpd="sng" algn="ctr">
          <a:prstDash val="solid"/>
          <a:miter/>
        </a:ln>
        <a:ln w="6350" cap="flat" cmpd="sng" algn="ctr">
          <a:prstDash val="solid"/>
          <a:miter/>
        </a:ln>
        <a:ln w="6350" cap="flat" cmpd="sng" algn="ctr">
          <a:prstDash val="solid"/>
          <a:miter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/>
        </a:solidFill>
        <a:solidFill>
          <a:schemeClr val="phClr"/>
        </a:solidFill>
      </a:bgFillStyleLst>
    </a:fmtScheme>
  </a:themeElements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1</TotalTime>
  <Application>LibreOffice/24.2.7.2$Linux_X86_64 LibreOffice_project/420$Build-2</Application>
  <AppVersion>15.0000</AppVersion>
  <Words>0</Words>
  <Paragraphs>0</Paragraphs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terms:created xsi:type="dcterms:W3CDTF">2013-01-27T09:14:16Z</dcterms:created>
  <dc:creator/>
  <dc:description>generated using python-pptx</dc:description>
  <dc:language>ru-RU</dc:language>
  <cp:lastModifiedBy/>
  <dcterms:modified xsi:type="dcterms:W3CDTF">2026-09-10T21:33:00Z</dcterms:modified>
  <cp:revision>2</cp:revision>
  <dc:subject/>
  <dc:title/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PresentationFormat">
    <vt:lpwstr>On-screen Show (4:3)</vt:lpwstr>
  </property>
</Properties>
</file>